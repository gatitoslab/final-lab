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6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embeddedFontLst>
    <p:embeddedFont>
      <p:font typeface="Anaheim" panose="020B0604020202020204" charset="0"/>
      <p:regular r:id="rId19"/>
      <p:bold r:id="rId20"/>
    </p:embeddedFont>
    <p:embeddedFont>
      <p:font typeface="Audiowide" panose="020B0604020202020204" charset="0"/>
      <p:regular r:id="rId21"/>
    </p:embeddedFont>
    <p:embeddedFont>
      <p:font typeface="Bebas Neue" panose="020B0606020202050201" pitchFamily="34" charset="0"/>
      <p:regular r:id="rId22"/>
    </p:embeddedFont>
    <p:embeddedFont>
      <p:font typeface="Dosis" pitchFamily="2" charset="0"/>
      <p:regular r:id="rId23"/>
      <p:bold r:id="rId24"/>
    </p:embeddedFont>
    <p:embeddedFont>
      <p:font typeface="Dosis Light" pitchFamily="2" charset="0"/>
      <p:regular r:id="rId25"/>
      <p:bold r:id="rId26"/>
    </p:embeddedFont>
    <p:embeddedFont>
      <p:font typeface="Karla" pitchFamily="2" charset="0"/>
      <p:regular r:id="rId27"/>
      <p:bold r:id="rId28"/>
      <p:italic r:id="rId29"/>
      <p:boldItalic r:id="rId30"/>
    </p:embeddedFont>
    <p:embeddedFont>
      <p:font typeface="Karla Light" pitchFamily="2" charset="0"/>
      <p:regular r:id="rId31"/>
      <p:bold r:id="rId32"/>
      <p:italic r:id="rId33"/>
      <p:boldItalic r:id="rId34"/>
    </p:embeddedFont>
    <p:embeddedFont>
      <p:font typeface="Karla Medium" pitchFamily="2" charset="0"/>
      <p:regular r:id="rId35"/>
      <p:bold r:id="rId36"/>
      <p:italic r:id="rId37"/>
      <p:boldItalic r:id="rId38"/>
    </p:embeddedFont>
    <p:embeddedFont>
      <p:font typeface="Khand" panose="020B0604020202020204" charset="0"/>
      <p:regular r:id="rId39"/>
      <p:bold r:id="rId40"/>
    </p:embeddedFont>
    <p:embeddedFont>
      <p:font typeface="Manrope" panose="020B0604020202020204" charset="0"/>
      <p:regular r:id="rId41"/>
      <p:bold r:id="rId42"/>
    </p:embeddedFont>
    <p:embeddedFont>
      <p:font typeface="Nunito Light" pitchFamily="2" charset="0"/>
      <p:regular r:id="rId43"/>
      <p:italic r:id="rId44"/>
    </p:embeddedFont>
    <p:embeddedFont>
      <p:font typeface="Roboto" panose="02000000000000000000" pitchFamily="2" charset="0"/>
      <p:regular r:id="rId45"/>
      <p:bold r:id="rId46"/>
      <p:italic r:id="rId47"/>
      <p:boldItalic r:id="rId4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1AFD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B75E2333-3B21-44D1-9068-5403983961C8}">
  <a:tblStyle styleId="{B75E2333-3B21-44D1-9068-5403983961C8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127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>
        <a:srgbClr val="FFFFFF"/>
      </a:tcTxStyle>
      <a:tcStyle>
        <a:tcBdr/>
        <a:fill>
          <a:solidFill>
            <a:srgbClr val="000000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200" d="100"/>
          <a:sy n="200" d="100"/>
        </p:scale>
        <p:origin x="660" y="4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font" Target="fonts/font8.fntdata"/><Relationship Id="rId39" Type="http://schemas.openxmlformats.org/officeDocument/2006/relationships/font" Target="fonts/font21.fntdata"/><Relationship Id="rId21" Type="http://schemas.openxmlformats.org/officeDocument/2006/relationships/font" Target="fonts/font3.fntdata"/><Relationship Id="rId34" Type="http://schemas.openxmlformats.org/officeDocument/2006/relationships/font" Target="fonts/font16.fntdata"/><Relationship Id="rId42" Type="http://schemas.openxmlformats.org/officeDocument/2006/relationships/font" Target="fonts/font24.fntdata"/><Relationship Id="rId47" Type="http://schemas.openxmlformats.org/officeDocument/2006/relationships/font" Target="fonts/font29.fntdata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font" Target="fonts/font11.fntdata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32" Type="http://schemas.openxmlformats.org/officeDocument/2006/relationships/font" Target="fonts/font14.fntdata"/><Relationship Id="rId37" Type="http://schemas.openxmlformats.org/officeDocument/2006/relationships/font" Target="fonts/font19.fntdata"/><Relationship Id="rId40" Type="http://schemas.openxmlformats.org/officeDocument/2006/relationships/font" Target="fonts/font22.fntdata"/><Relationship Id="rId45" Type="http://schemas.openxmlformats.org/officeDocument/2006/relationships/font" Target="fonts/font27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font" Target="fonts/font10.fntdata"/><Relationship Id="rId36" Type="http://schemas.openxmlformats.org/officeDocument/2006/relationships/font" Target="fonts/font18.fntdata"/><Relationship Id="rId49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31" Type="http://schemas.openxmlformats.org/officeDocument/2006/relationships/font" Target="fonts/font13.fntdata"/><Relationship Id="rId44" Type="http://schemas.openxmlformats.org/officeDocument/2006/relationships/font" Target="fonts/font26.fntdata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font" Target="fonts/font9.fntdata"/><Relationship Id="rId30" Type="http://schemas.openxmlformats.org/officeDocument/2006/relationships/font" Target="fonts/font12.fntdata"/><Relationship Id="rId35" Type="http://schemas.openxmlformats.org/officeDocument/2006/relationships/font" Target="fonts/font17.fntdata"/><Relationship Id="rId43" Type="http://schemas.openxmlformats.org/officeDocument/2006/relationships/font" Target="fonts/font25.fntdata"/><Relationship Id="rId48" Type="http://schemas.openxmlformats.org/officeDocument/2006/relationships/font" Target="fonts/font30.fntdata"/><Relationship Id="rId8" Type="http://schemas.openxmlformats.org/officeDocument/2006/relationships/slide" Target="slides/slide7.xml"/><Relationship Id="rId51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7.fntdata"/><Relationship Id="rId33" Type="http://schemas.openxmlformats.org/officeDocument/2006/relationships/font" Target="fonts/font15.fntdata"/><Relationship Id="rId38" Type="http://schemas.openxmlformats.org/officeDocument/2006/relationships/font" Target="fonts/font20.fntdata"/><Relationship Id="rId46" Type="http://schemas.openxmlformats.org/officeDocument/2006/relationships/font" Target="fonts/font28.fntdata"/><Relationship Id="rId20" Type="http://schemas.openxmlformats.org/officeDocument/2006/relationships/font" Target="fonts/font2.fntdata"/><Relationship Id="rId41" Type="http://schemas.openxmlformats.org/officeDocument/2006/relationships/font" Target="fonts/font2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g4dfce81f19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1" name="Google Shape;191;g4dfce81f19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d431007ba2_0_2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0" name="Google Shape;200;gd431007ba2_0_2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g54dda1946d_6_2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2" name="Google Shape;212;g54dda1946d_6_2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gd5260bdd85_0_1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6" name="Google Shape;256;gd5260bdd85_0_1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gd431007ba2_0_2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5" name="Google Shape;295;gd431007ba2_0_2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54dda1946d_6_3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3" name="Google Shape;313;g54dda1946d_6_3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g35deb223035_0_1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0" name="Google Shape;370;g35deb223035_0_1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g35deb223035_0_1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4" name="Google Shape;394;g35deb223035_0_1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g35deb223035_0_1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2" name="Google Shape;412;g35deb223035_0_1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4" name="Google Shape;474;g35deb223035_0_1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5" name="Google Shape;475;g35deb223035_0_1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g35deb223035_0_1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7" name="Google Shape;517;g35deb223035_0_1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g35deb223035_0_3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3" name="Google Shape;533;g35deb223035_0_3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0" name="Google Shape;540;g35deb223035_0_3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1" name="Google Shape;541;g35deb223035_0_3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" name="Google Shape;550;g35deb223035_0_3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1" name="Google Shape;551;g35deb223035_0_3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g35deb223035_0_3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3" name="Google Shape;583;g35deb223035_0_39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1" name="Google Shape;601;g135e18421cc_13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2" name="Google Shape;602;g135e18421cc_13_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hyperlink" Target="https://bit.ly/3A1uf1Q" TargetMode="External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hyperlink" Target="http://bit.ly/2TtBDfr" TargetMode="External"/><Relationship Id="rId4" Type="http://schemas.openxmlformats.org/officeDocument/2006/relationships/hyperlink" Target="http://bit.ly/2TyoMsr" TargetMode="Externa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dk1"/>
        </a:solid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941825" y="1554825"/>
            <a:ext cx="4010400" cy="1938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941825" y="3635475"/>
            <a:ext cx="4010400" cy="47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>
                <a:latin typeface="Dosis Light"/>
                <a:ea typeface="Dosis Light"/>
                <a:cs typeface="Dosis Light"/>
                <a:sym typeface="Dosis Light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pic>
        <p:nvPicPr>
          <p:cNvPr id="11" name="Google Shape;11;p2"/>
          <p:cNvPicPr preferRelativeResize="0"/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-157175" y="-388600"/>
            <a:ext cx="9555799" cy="5981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bg>
      <p:bgPr>
        <a:solidFill>
          <a:schemeClr val="dk1"/>
        </a:solidFill>
        <a:effectLst/>
      </p:bgPr>
    </p:bg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Google Shape;13;p3"/>
          <p:cNvPicPr preferRelativeResize="0"/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-157175" y="-388600"/>
            <a:ext cx="9555799" cy="5981700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720000" y="2490600"/>
            <a:ext cx="3908400" cy="841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5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title" idx="2" hasCustomPrompt="1"/>
          </p:nvPr>
        </p:nvSpPr>
        <p:spPr>
          <a:xfrm>
            <a:off x="842800" y="1521525"/>
            <a:ext cx="946200" cy="921600"/>
          </a:xfrm>
          <a:prstGeom prst="rect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6" name="Google Shape;16;p3"/>
          <p:cNvSpPr txBox="1">
            <a:spLocks noGrp="1"/>
          </p:cNvSpPr>
          <p:nvPr>
            <p:ph type="subTitle" idx="1"/>
          </p:nvPr>
        </p:nvSpPr>
        <p:spPr>
          <a:xfrm>
            <a:off x="720000" y="3167125"/>
            <a:ext cx="3908400" cy="37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7" name="Google Shape;17;p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595783" y="-1459214"/>
            <a:ext cx="4681385" cy="514349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bg>
      <p:bgPr>
        <a:solidFill>
          <a:schemeClr val="dk1"/>
        </a:solidFill>
        <a:effectLst/>
      </p:bgPr>
    </p:bg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Google Shape;19;p4"/>
          <p:cNvPicPr preferRelativeResize="0"/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-157175" y="-388600"/>
            <a:ext cx="9555799" cy="5981700"/>
          </a:xfrm>
          <a:prstGeom prst="rect">
            <a:avLst/>
          </a:prstGeom>
          <a:noFill/>
          <a:ln>
            <a:noFill/>
          </a:ln>
        </p:spPr>
      </p:pic>
      <p:sp>
        <p:nvSpPr>
          <p:cNvPr id="20" name="Google Shape;20;p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4"/>
          <p:cNvSpPr txBox="1">
            <a:spLocks noGrp="1"/>
          </p:cNvSpPr>
          <p:nvPr>
            <p:ph type="body" idx="1"/>
          </p:nvPr>
        </p:nvSpPr>
        <p:spPr>
          <a:xfrm>
            <a:off x="720000" y="1215743"/>
            <a:ext cx="7704000" cy="28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●"/>
              <a:defRPr/>
            </a:lvl1pPr>
            <a:lvl2pPr marL="914400" lvl="1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2pPr>
            <a:lvl3pPr marL="1371600" lvl="2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3pPr>
            <a:lvl4pPr marL="1828800" lvl="3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●"/>
              <a:defRPr/>
            </a:lvl4pPr>
            <a:lvl5pPr marL="2286000" lvl="4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5pPr>
            <a:lvl6pPr marL="2743200" lvl="5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6pPr>
            <a:lvl7pPr marL="3200400" lvl="6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●"/>
              <a:defRPr/>
            </a:lvl7pPr>
            <a:lvl8pPr marL="3657600" lvl="7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○"/>
              <a:defRPr/>
            </a:lvl8pPr>
            <a:lvl9pPr marL="4114800" lvl="8" indent="-3175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Nunito Light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bg>
      <p:bgPr>
        <a:solidFill>
          <a:schemeClr val="dk1"/>
        </a:solidFill>
        <a:effectLst/>
      </p:bgPr>
    </p:bg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Google Shape;23;p5"/>
          <p:cNvPicPr preferRelativeResize="0"/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-157175" y="-388600"/>
            <a:ext cx="9555799" cy="5981700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5"/>
          <p:cNvSpPr txBox="1">
            <a:spLocks noGrp="1"/>
          </p:cNvSpPr>
          <p:nvPr>
            <p:ph type="subTitle" idx="1"/>
          </p:nvPr>
        </p:nvSpPr>
        <p:spPr>
          <a:xfrm>
            <a:off x="5055284" y="3608749"/>
            <a:ext cx="2505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400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26" name="Google Shape;26;p5"/>
          <p:cNvSpPr txBox="1">
            <a:spLocks noGrp="1"/>
          </p:cNvSpPr>
          <p:nvPr>
            <p:ph type="subTitle" idx="2"/>
          </p:nvPr>
        </p:nvSpPr>
        <p:spPr>
          <a:xfrm>
            <a:off x="1583300" y="3608749"/>
            <a:ext cx="2505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400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subTitle" idx="3"/>
          </p:nvPr>
        </p:nvSpPr>
        <p:spPr>
          <a:xfrm>
            <a:off x="5055275" y="3300725"/>
            <a:ext cx="2505600" cy="394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Khand"/>
                <a:ea typeface="Khand"/>
                <a:cs typeface="Khand"/>
                <a:sym typeface="Khan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28" name="Google Shape;28;p5"/>
          <p:cNvSpPr txBox="1">
            <a:spLocks noGrp="1"/>
          </p:cNvSpPr>
          <p:nvPr>
            <p:ph type="subTitle" idx="4"/>
          </p:nvPr>
        </p:nvSpPr>
        <p:spPr>
          <a:xfrm>
            <a:off x="1583075" y="3300725"/>
            <a:ext cx="2505600" cy="394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Khand"/>
                <a:ea typeface="Khand"/>
                <a:cs typeface="Khand"/>
                <a:sym typeface="Khan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pic>
        <p:nvPicPr>
          <p:cNvPr id="29" name="Google Shape;29;p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10800000">
            <a:off x="-3643717" y="-124314"/>
            <a:ext cx="4681385" cy="5143496"/>
          </a:xfrm>
          <a:prstGeom prst="rect">
            <a:avLst/>
          </a:prstGeom>
          <a:noFill/>
          <a:ln>
            <a:noFill/>
          </a:ln>
        </p:spPr>
      </p:pic>
      <p:pic>
        <p:nvPicPr>
          <p:cNvPr id="30" name="Google Shape;30;p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10800000">
            <a:off x="6166283" y="3303736"/>
            <a:ext cx="4681385" cy="514349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bg>
      <p:bgPr>
        <a:solidFill>
          <a:schemeClr val="dk1"/>
        </a:solidFill>
        <a:effectLst/>
      </p:bgPr>
    </p:bg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6"/>
          <p:cNvPicPr preferRelativeResize="0"/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-157175" y="-388600"/>
            <a:ext cx="9555799" cy="5981700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pic>
        <p:nvPicPr>
          <p:cNvPr id="34" name="Google Shape;34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2075267" y="-3073389"/>
            <a:ext cx="4681385" cy="514349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bg>
      <p:bgPr>
        <a:solidFill>
          <a:schemeClr val="dk1"/>
        </a:solidFill>
        <a:effectLst/>
      </p:bgPr>
    </p:bg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Google Shape;36;p7"/>
          <p:cNvPicPr preferRelativeResize="0"/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-157175" y="-388600"/>
            <a:ext cx="9555799" cy="5981700"/>
          </a:xfrm>
          <a:prstGeom prst="rect">
            <a:avLst/>
          </a:prstGeom>
          <a:noFill/>
          <a:ln>
            <a:noFill/>
          </a:ln>
        </p:spPr>
      </p:pic>
      <p:sp>
        <p:nvSpPr>
          <p:cNvPr id="37" name="Google Shape;37;p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109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7"/>
          <p:cNvSpPr txBox="1">
            <a:spLocks noGrp="1"/>
          </p:cNvSpPr>
          <p:nvPr>
            <p:ph type="subTitle" idx="1"/>
          </p:nvPr>
        </p:nvSpPr>
        <p:spPr>
          <a:xfrm>
            <a:off x="720000" y="1541950"/>
            <a:ext cx="4294800" cy="2298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Font typeface="Nunito Light"/>
              <a:buChar char="●"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E76A28"/>
              </a:buClr>
              <a:buSzPts val="16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E76A28"/>
              </a:buClr>
              <a:buSzPts val="15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E76A28"/>
              </a:buClr>
              <a:buSzPts val="15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E76A28"/>
              </a:buClr>
              <a:buSzPts val="14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14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13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rgbClr val="999999"/>
              </a:buClr>
              <a:buSzPts val="13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rgbClr val="999999"/>
              </a:buClr>
              <a:buSzPts val="1400"/>
              <a:buFont typeface="Nunito Light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chemeClr val="dk1"/>
        </a:solidFill>
        <a:effectLst/>
      </p:bgPr>
    </p:bg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Google Shape;40;p8"/>
          <p:cNvPicPr preferRelativeResize="0"/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-157175" y="-388600"/>
            <a:ext cx="9555799" cy="5981700"/>
          </a:xfrm>
          <a:prstGeom prst="rect">
            <a:avLst/>
          </a:prstGeom>
          <a:noFill/>
          <a:ln>
            <a:noFill/>
          </a:ln>
        </p:spPr>
      </p:pic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978750" y="1536500"/>
            <a:ext cx="3748200" cy="195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72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pic>
        <p:nvPicPr>
          <p:cNvPr id="42" name="Google Shape;42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1900517" y="1758711"/>
            <a:ext cx="4681385" cy="514349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bg>
      <p:bgPr>
        <a:solidFill>
          <a:schemeClr val="dk1"/>
        </a:solidFill>
        <a:effectLst/>
      </p:bgPr>
    </p:bg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Google Shape;44;p9"/>
          <p:cNvPicPr preferRelativeResize="0"/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-157175" y="-388600"/>
            <a:ext cx="9555799" cy="5981700"/>
          </a:xfrm>
          <a:prstGeom prst="rect">
            <a:avLst/>
          </a:prstGeom>
          <a:noFill/>
          <a:ln>
            <a:noFill/>
          </a:ln>
        </p:spPr>
      </p:pic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1018025" y="1369050"/>
            <a:ext cx="3096000" cy="1460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 sz="9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9"/>
          <p:cNvSpPr txBox="1">
            <a:spLocks noGrp="1"/>
          </p:cNvSpPr>
          <p:nvPr>
            <p:ph type="subTitle" idx="1"/>
          </p:nvPr>
        </p:nvSpPr>
        <p:spPr>
          <a:xfrm>
            <a:off x="1018025" y="2753450"/>
            <a:ext cx="3096000" cy="96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0"/>
          <p:cNvSpPr>
            <a:spLocks noGrp="1"/>
          </p:cNvSpPr>
          <p:nvPr>
            <p:ph type="pic" idx="2"/>
          </p:nvPr>
        </p:nvSpPr>
        <p:spPr>
          <a:xfrm>
            <a:off x="-49950" y="-45450"/>
            <a:ext cx="9243900" cy="5234400"/>
          </a:xfrm>
          <a:prstGeom prst="rect">
            <a:avLst/>
          </a:prstGeom>
          <a:noFill/>
          <a:ln>
            <a:noFill/>
          </a:ln>
        </p:spPr>
      </p:sp>
      <p:sp>
        <p:nvSpPr>
          <p:cNvPr id="49" name="Google Shape;49;p10"/>
          <p:cNvSpPr txBox="1">
            <a:spLocks noGrp="1"/>
          </p:cNvSpPr>
          <p:nvPr>
            <p:ph type="title"/>
          </p:nvPr>
        </p:nvSpPr>
        <p:spPr>
          <a:xfrm>
            <a:off x="2489250" y="4014450"/>
            <a:ext cx="4165500" cy="572700"/>
          </a:xfrm>
          <a:prstGeom prst="rect">
            <a:avLst/>
          </a:prstGeom>
          <a:solidFill>
            <a:schemeClr val="dk1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bg>
      <p:bgPr>
        <a:solidFill>
          <a:schemeClr val="dk1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" name="Google Shape;51;p11"/>
          <p:cNvPicPr preferRelativeResize="0"/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-157175" y="-388600"/>
            <a:ext cx="9555799" cy="5981700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1"/>
          <p:cNvSpPr txBox="1">
            <a:spLocks noGrp="1"/>
          </p:cNvSpPr>
          <p:nvPr>
            <p:ph type="title" hasCustomPrompt="1"/>
          </p:nvPr>
        </p:nvSpPr>
        <p:spPr>
          <a:xfrm>
            <a:off x="1284000" y="1398388"/>
            <a:ext cx="6576000" cy="1438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53" name="Google Shape;53;p11"/>
          <p:cNvSpPr txBox="1">
            <a:spLocks noGrp="1"/>
          </p:cNvSpPr>
          <p:nvPr>
            <p:ph type="subTitle" idx="1"/>
          </p:nvPr>
        </p:nvSpPr>
        <p:spPr>
          <a:xfrm>
            <a:off x="1284000" y="3248013"/>
            <a:ext cx="65760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8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pic>
        <p:nvPicPr>
          <p:cNvPr id="54" name="Google Shape;54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10800000">
            <a:off x="-3796117" y="282086"/>
            <a:ext cx="4681385" cy="5143496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10800000" flipH="1">
            <a:off x="8299883" y="789136"/>
            <a:ext cx="4681385" cy="514349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dk2"/>
        </a:solidFill>
        <a:effectLst/>
      </p:bgPr>
    </p:bg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BLANK_1_1_1_1_1_1">
    <p:bg>
      <p:bgPr>
        <a:solidFill>
          <a:schemeClr val="dk1"/>
        </a:solidFill>
        <a:effectLst/>
      </p:bgPr>
    </p:bg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" name="Google Shape;58;p13"/>
          <p:cNvPicPr preferRelativeResize="0"/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-157175" y="-388600"/>
            <a:ext cx="9555799" cy="5981700"/>
          </a:xfrm>
          <a:prstGeom prst="rect">
            <a:avLst/>
          </a:prstGeom>
          <a:noFill/>
          <a:ln>
            <a:noFill/>
          </a:ln>
        </p:spPr>
      </p:pic>
      <p:sp>
        <p:nvSpPr>
          <p:cNvPr id="59" name="Google Shape;59;p1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3"/>
          <p:cNvSpPr txBox="1">
            <a:spLocks noGrp="1"/>
          </p:cNvSpPr>
          <p:nvPr>
            <p:ph type="subTitle" idx="1"/>
          </p:nvPr>
        </p:nvSpPr>
        <p:spPr>
          <a:xfrm>
            <a:off x="720000" y="2269375"/>
            <a:ext cx="23055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13"/>
          <p:cNvSpPr txBox="1">
            <a:spLocks noGrp="1"/>
          </p:cNvSpPr>
          <p:nvPr>
            <p:ph type="subTitle" idx="2"/>
          </p:nvPr>
        </p:nvSpPr>
        <p:spPr>
          <a:xfrm>
            <a:off x="3419250" y="2269375"/>
            <a:ext cx="23055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13"/>
          <p:cNvSpPr txBox="1">
            <a:spLocks noGrp="1"/>
          </p:cNvSpPr>
          <p:nvPr>
            <p:ph type="subTitle" idx="3"/>
          </p:nvPr>
        </p:nvSpPr>
        <p:spPr>
          <a:xfrm>
            <a:off x="720000" y="4007575"/>
            <a:ext cx="23055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3"/>
          <p:cNvSpPr txBox="1">
            <a:spLocks noGrp="1"/>
          </p:cNvSpPr>
          <p:nvPr>
            <p:ph type="subTitle" idx="4"/>
          </p:nvPr>
        </p:nvSpPr>
        <p:spPr>
          <a:xfrm>
            <a:off x="3419250" y="4007575"/>
            <a:ext cx="23055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3"/>
          <p:cNvSpPr txBox="1">
            <a:spLocks noGrp="1"/>
          </p:cNvSpPr>
          <p:nvPr>
            <p:ph type="subTitle" idx="5"/>
          </p:nvPr>
        </p:nvSpPr>
        <p:spPr>
          <a:xfrm>
            <a:off x="6118548" y="2269375"/>
            <a:ext cx="23055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13"/>
          <p:cNvSpPr txBox="1">
            <a:spLocks noGrp="1"/>
          </p:cNvSpPr>
          <p:nvPr>
            <p:ph type="subTitle" idx="6"/>
          </p:nvPr>
        </p:nvSpPr>
        <p:spPr>
          <a:xfrm>
            <a:off x="6118548" y="4007575"/>
            <a:ext cx="23055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3"/>
          <p:cNvSpPr txBox="1">
            <a:spLocks noGrp="1"/>
          </p:cNvSpPr>
          <p:nvPr>
            <p:ph type="title" idx="7" hasCustomPrompt="1"/>
          </p:nvPr>
        </p:nvSpPr>
        <p:spPr>
          <a:xfrm>
            <a:off x="1505400" y="1227170"/>
            <a:ext cx="734700" cy="717600"/>
          </a:xfrm>
          <a:prstGeom prst="rect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8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7" name="Google Shape;67;p13"/>
          <p:cNvSpPr txBox="1">
            <a:spLocks noGrp="1"/>
          </p:cNvSpPr>
          <p:nvPr>
            <p:ph type="title" idx="8" hasCustomPrompt="1"/>
          </p:nvPr>
        </p:nvSpPr>
        <p:spPr>
          <a:xfrm>
            <a:off x="1505400" y="2965305"/>
            <a:ext cx="734700" cy="717600"/>
          </a:xfrm>
          <a:prstGeom prst="rect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8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8" name="Google Shape;68;p13"/>
          <p:cNvSpPr txBox="1">
            <a:spLocks noGrp="1"/>
          </p:cNvSpPr>
          <p:nvPr>
            <p:ph type="title" idx="9" hasCustomPrompt="1"/>
          </p:nvPr>
        </p:nvSpPr>
        <p:spPr>
          <a:xfrm>
            <a:off x="4204651" y="1227170"/>
            <a:ext cx="734700" cy="717600"/>
          </a:xfrm>
          <a:prstGeom prst="rect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8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69" name="Google Shape;69;p13"/>
          <p:cNvSpPr txBox="1">
            <a:spLocks noGrp="1"/>
          </p:cNvSpPr>
          <p:nvPr>
            <p:ph type="title" idx="13" hasCustomPrompt="1"/>
          </p:nvPr>
        </p:nvSpPr>
        <p:spPr>
          <a:xfrm>
            <a:off x="4204651" y="2965305"/>
            <a:ext cx="734700" cy="717600"/>
          </a:xfrm>
          <a:prstGeom prst="rect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8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70" name="Google Shape;70;p13"/>
          <p:cNvSpPr txBox="1">
            <a:spLocks noGrp="1"/>
          </p:cNvSpPr>
          <p:nvPr>
            <p:ph type="title" idx="14" hasCustomPrompt="1"/>
          </p:nvPr>
        </p:nvSpPr>
        <p:spPr>
          <a:xfrm>
            <a:off x="6903950" y="1227170"/>
            <a:ext cx="734700" cy="717600"/>
          </a:xfrm>
          <a:prstGeom prst="rect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8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71" name="Google Shape;71;p13"/>
          <p:cNvSpPr txBox="1">
            <a:spLocks noGrp="1"/>
          </p:cNvSpPr>
          <p:nvPr>
            <p:ph type="title" idx="15" hasCustomPrompt="1"/>
          </p:nvPr>
        </p:nvSpPr>
        <p:spPr>
          <a:xfrm>
            <a:off x="6903950" y="2965305"/>
            <a:ext cx="734700" cy="717600"/>
          </a:xfrm>
          <a:prstGeom prst="rect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8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72" name="Google Shape;72;p13"/>
          <p:cNvSpPr txBox="1">
            <a:spLocks noGrp="1"/>
          </p:cNvSpPr>
          <p:nvPr>
            <p:ph type="subTitle" idx="16"/>
          </p:nvPr>
        </p:nvSpPr>
        <p:spPr>
          <a:xfrm>
            <a:off x="720000" y="2056575"/>
            <a:ext cx="2305500" cy="394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Khand"/>
                <a:ea typeface="Khand"/>
                <a:cs typeface="Khand"/>
                <a:sym typeface="Khan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73" name="Google Shape;73;p13"/>
          <p:cNvSpPr txBox="1">
            <a:spLocks noGrp="1"/>
          </p:cNvSpPr>
          <p:nvPr>
            <p:ph type="subTitle" idx="17"/>
          </p:nvPr>
        </p:nvSpPr>
        <p:spPr>
          <a:xfrm>
            <a:off x="3419250" y="2056575"/>
            <a:ext cx="2305500" cy="394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Khand"/>
                <a:ea typeface="Khand"/>
                <a:cs typeface="Khand"/>
                <a:sym typeface="Khan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74" name="Google Shape;74;p13"/>
          <p:cNvSpPr txBox="1">
            <a:spLocks noGrp="1"/>
          </p:cNvSpPr>
          <p:nvPr>
            <p:ph type="subTitle" idx="18"/>
          </p:nvPr>
        </p:nvSpPr>
        <p:spPr>
          <a:xfrm>
            <a:off x="6118548" y="2056575"/>
            <a:ext cx="2305500" cy="394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Khand"/>
                <a:ea typeface="Khand"/>
                <a:cs typeface="Khand"/>
                <a:sym typeface="Khan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75" name="Google Shape;75;p13"/>
          <p:cNvSpPr txBox="1">
            <a:spLocks noGrp="1"/>
          </p:cNvSpPr>
          <p:nvPr>
            <p:ph type="subTitle" idx="19"/>
          </p:nvPr>
        </p:nvSpPr>
        <p:spPr>
          <a:xfrm>
            <a:off x="720000" y="3794850"/>
            <a:ext cx="2305500" cy="394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Khand"/>
                <a:ea typeface="Khand"/>
                <a:cs typeface="Khand"/>
                <a:sym typeface="Khan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76" name="Google Shape;76;p13"/>
          <p:cNvSpPr txBox="1">
            <a:spLocks noGrp="1"/>
          </p:cNvSpPr>
          <p:nvPr>
            <p:ph type="subTitle" idx="20"/>
          </p:nvPr>
        </p:nvSpPr>
        <p:spPr>
          <a:xfrm>
            <a:off x="3419250" y="3794850"/>
            <a:ext cx="2305500" cy="394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Khand"/>
                <a:ea typeface="Khand"/>
                <a:cs typeface="Khand"/>
                <a:sym typeface="Khan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77" name="Google Shape;77;p13"/>
          <p:cNvSpPr txBox="1">
            <a:spLocks noGrp="1"/>
          </p:cNvSpPr>
          <p:nvPr>
            <p:ph type="subTitle" idx="21"/>
          </p:nvPr>
        </p:nvSpPr>
        <p:spPr>
          <a:xfrm>
            <a:off x="6118548" y="3794850"/>
            <a:ext cx="2305500" cy="394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Khand"/>
                <a:ea typeface="Khand"/>
                <a:cs typeface="Khand"/>
                <a:sym typeface="Khand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BLANK_1_1">
    <p:bg>
      <p:bgPr>
        <a:solidFill>
          <a:schemeClr val="dk1"/>
        </a:solidFill>
        <a:effectLst/>
      </p:bgPr>
    </p:bg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Google Shape;79;p14"/>
          <p:cNvPicPr preferRelativeResize="0"/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-157175" y="-388600"/>
            <a:ext cx="9555799" cy="5981700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14"/>
          <p:cNvSpPr txBox="1">
            <a:spLocks noGrp="1"/>
          </p:cNvSpPr>
          <p:nvPr>
            <p:ph type="title"/>
          </p:nvPr>
        </p:nvSpPr>
        <p:spPr>
          <a:xfrm>
            <a:off x="2793450" y="3100300"/>
            <a:ext cx="5562300" cy="531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sp>
        <p:nvSpPr>
          <p:cNvPr id="81" name="Google Shape;81;p14"/>
          <p:cNvSpPr txBox="1">
            <a:spLocks noGrp="1"/>
          </p:cNvSpPr>
          <p:nvPr>
            <p:ph type="subTitle" idx="1"/>
          </p:nvPr>
        </p:nvSpPr>
        <p:spPr>
          <a:xfrm>
            <a:off x="2793300" y="1511325"/>
            <a:ext cx="5562300" cy="147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3000"/>
              <a:buNone/>
              <a:defRPr sz="3000"/>
            </a:lvl9pPr>
          </a:lstStyle>
          <a:p>
            <a:endParaRPr/>
          </a:p>
        </p:txBody>
      </p:sp>
      <p:pic>
        <p:nvPicPr>
          <p:cNvPr id="82" name="Google Shape;82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5400000">
            <a:off x="4555208" y="-3834114"/>
            <a:ext cx="4681385" cy="514349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CUSTOM">
    <p:bg>
      <p:bgPr>
        <a:solidFill>
          <a:schemeClr val="dk1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5"/>
          <p:cNvPicPr preferRelativeResize="0"/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-157175" y="-388600"/>
            <a:ext cx="9555799" cy="59817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5"/>
          <p:cNvSpPr txBox="1">
            <a:spLocks noGrp="1"/>
          </p:cNvSpPr>
          <p:nvPr>
            <p:ph type="title"/>
          </p:nvPr>
        </p:nvSpPr>
        <p:spPr>
          <a:xfrm>
            <a:off x="720000" y="1354375"/>
            <a:ext cx="3083100" cy="1632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86" name="Google Shape;86;p15"/>
          <p:cNvSpPr txBox="1">
            <a:spLocks noGrp="1"/>
          </p:cNvSpPr>
          <p:nvPr>
            <p:ph type="subTitle" idx="1"/>
          </p:nvPr>
        </p:nvSpPr>
        <p:spPr>
          <a:xfrm>
            <a:off x="720000" y="2986350"/>
            <a:ext cx="3083100" cy="85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7" name="Google Shape;87;p15"/>
          <p:cNvSpPr>
            <a:spLocks noGrp="1"/>
          </p:cNvSpPr>
          <p:nvPr>
            <p:ph type="pic" idx="2"/>
          </p:nvPr>
        </p:nvSpPr>
        <p:spPr>
          <a:xfrm>
            <a:off x="4888775" y="800700"/>
            <a:ext cx="3542100" cy="3542100"/>
          </a:xfrm>
          <a:prstGeom prst="rect">
            <a:avLst/>
          </a:prstGeom>
          <a:noFill/>
          <a:ln>
            <a:noFill/>
          </a:ln>
        </p:spPr>
      </p:sp>
      <p:pic>
        <p:nvPicPr>
          <p:cNvPr id="88" name="Google Shape;88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2075267" y="-3073389"/>
            <a:ext cx="4681385" cy="514349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CUSTOM_4">
    <p:bg>
      <p:bgPr>
        <a:solidFill>
          <a:schemeClr val="dk1"/>
        </a:solidFill>
        <a:effectLst/>
      </p:bgPr>
    </p:bg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16"/>
          <p:cNvPicPr preferRelativeResize="0"/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-157175" y="-388600"/>
            <a:ext cx="9555799" cy="5981700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16"/>
          <p:cNvSpPr txBox="1">
            <a:spLocks noGrp="1"/>
          </p:cNvSpPr>
          <p:nvPr>
            <p:ph type="title"/>
          </p:nvPr>
        </p:nvSpPr>
        <p:spPr>
          <a:xfrm>
            <a:off x="720000" y="1821450"/>
            <a:ext cx="36228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92" name="Google Shape;92;p16"/>
          <p:cNvSpPr txBox="1">
            <a:spLocks noGrp="1"/>
          </p:cNvSpPr>
          <p:nvPr>
            <p:ph type="subTitle" idx="1"/>
          </p:nvPr>
        </p:nvSpPr>
        <p:spPr>
          <a:xfrm>
            <a:off x="720000" y="2317950"/>
            <a:ext cx="3622800" cy="80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3">
  <p:cSld name="CUSTOM_4_2">
    <p:bg>
      <p:bgPr>
        <a:solidFill>
          <a:schemeClr val="dk1"/>
        </a:solidFill>
        <a:effectLst/>
      </p:bgPr>
    </p:bg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" name="Google Shape;94;p17"/>
          <p:cNvPicPr preferRelativeResize="0"/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-157175" y="-388600"/>
            <a:ext cx="9555799" cy="598170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7"/>
          <p:cNvSpPr txBox="1">
            <a:spLocks noGrp="1"/>
          </p:cNvSpPr>
          <p:nvPr>
            <p:ph type="title"/>
          </p:nvPr>
        </p:nvSpPr>
        <p:spPr>
          <a:xfrm>
            <a:off x="3539400" y="2100850"/>
            <a:ext cx="48915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96" name="Google Shape;96;p17"/>
          <p:cNvSpPr txBox="1">
            <a:spLocks noGrp="1"/>
          </p:cNvSpPr>
          <p:nvPr>
            <p:ph type="subTitle" idx="1"/>
          </p:nvPr>
        </p:nvSpPr>
        <p:spPr>
          <a:xfrm>
            <a:off x="3539400" y="2597350"/>
            <a:ext cx="4891500" cy="1125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2">
  <p:cSld name="CUSTOM_4_1">
    <p:bg>
      <p:bgPr>
        <a:solidFill>
          <a:schemeClr val="dk1"/>
        </a:solidFill>
        <a:effectLst/>
      </p:bgPr>
    </p:bg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8" name="Google Shape;98;p18"/>
          <p:cNvPicPr preferRelativeResize="0"/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-157175" y="-388600"/>
            <a:ext cx="9555799" cy="5981700"/>
          </a:xfrm>
          <a:prstGeom prst="rect">
            <a:avLst/>
          </a:prstGeom>
          <a:noFill/>
          <a:ln>
            <a:noFill/>
          </a:ln>
        </p:spPr>
      </p:pic>
      <p:sp>
        <p:nvSpPr>
          <p:cNvPr id="99" name="Google Shape;99;p18"/>
          <p:cNvSpPr txBox="1">
            <a:spLocks noGrp="1"/>
          </p:cNvSpPr>
          <p:nvPr>
            <p:ph type="title"/>
          </p:nvPr>
        </p:nvSpPr>
        <p:spPr>
          <a:xfrm>
            <a:off x="4807749" y="1821450"/>
            <a:ext cx="33765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00" name="Google Shape;100;p18"/>
          <p:cNvSpPr txBox="1">
            <a:spLocks noGrp="1"/>
          </p:cNvSpPr>
          <p:nvPr>
            <p:ph type="subTitle" idx="1"/>
          </p:nvPr>
        </p:nvSpPr>
        <p:spPr>
          <a:xfrm>
            <a:off x="4807979" y="2317950"/>
            <a:ext cx="3376500" cy="82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1">
  <p:cSld name="TITLE_AND_TWO_COLUMNS_1">
    <p:bg>
      <p:bgPr>
        <a:solidFill>
          <a:schemeClr val="dk1"/>
        </a:solidFill>
        <a:effectLst/>
      </p:bgPr>
    </p:bg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" name="Google Shape;102;p1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0800000">
            <a:off x="-3872317" y="663086"/>
            <a:ext cx="4681385" cy="5143496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9"/>
          <p:cNvPicPr preferRelativeResize="0"/>
          <p:nvPr/>
        </p:nvPicPr>
        <p:blipFill>
          <a:blip r:embed="rId3">
            <a:alphaModFix amt="32000"/>
          </a:blip>
          <a:stretch>
            <a:fillRect/>
          </a:stretch>
        </p:blipFill>
        <p:spPr>
          <a:xfrm>
            <a:off x="-157175" y="-388600"/>
            <a:ext cx="9555799" cy="5981700"/>
          </a:xfrm>
          <a:prstGeom prst="rect">
            <a:avLst/>
          </a:prstGeom>
          <a:noFill/>
          <a:ln>
            <a:noFill/>
          </a:ln>
        </p:spPr>
      </p:pic>
      <p:sp>
        <p:nvSpPr>
          <p:cNvPr id="104" name="Google Shape;104;p19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05" name="Google Shape;105;p19"/>
          <p:cNvSpPr txBox="1">
            <a:spLocks noGrp="1"/>
          </p:cNvSpPr>
          <p:nvPr>
            <p:ph type="subTitle" idx="1"/>
          </p:nvPr>
        </p:nvSpPr>
        <p:spPr>
          <a:xfrm>
            <a:off x="4923249" y="3247522"/>
            <a:ext cx="2505600" cy="1010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6" name="Google Shape;106;p19"/>
          <p:cNvSpPr txBox="1">
            <a:spLocks noGrp="1"/>
          </p:cNvSpPr>
          <p:nvPr>
            <p:ph type="subTitle" idx="2"/>
          </p:nvPr>
        </p:nvSpPr>
        <p:spPr>
          <a:xfrm>
            <a:off x="1715375" y="3247522"/>
            <a:ext cx="2505600" cy="1010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7" name="Google Shape;107;p19"/>
          <p:cNvSpPr txBox="1">
            <a:spLocks noGrp="1"/>
          </p:cNvSpPr>
          <p:nvPr>
            <p:ph type="subTitle" idx="3"/>
          </p:nvPr>
        </p:nvSpPr>
        <p:spPr>
          <a:xfrm>
            <a:off x="1715375" y="2759900"/>
            <a:ext cx="2505600" cy="558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Khand"/>
                <a:ea typeface="Khand"/>
                <a:cs typeface="Khand"/>
                <a:sym typeface="Khan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08" name="Google Shape;108;p19"/>
          <p:cNvSpPr txBox="1">
            <a:spLocks noGrp="1"/>
          </p:cNvSpPr>
          <p:nvPr>
            <p:ph type="subTitle" idx="4"/>
          </p:nvPr>
        </p:nvSpPr>
        <p:spPr>
          <a:xfrm>
            <a:off x="4923249" y="2759900"/>
            <a:ext cx="2505600" cy="558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Khand"/>
                <a:ea typeface="Khand"/>
                <a:cs typeface="Khand"/>
                <a:sym typeface="Khan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pic>
        <p:nvPicPr>
          <p:cNvPr id="109" name="Google Shape;109;p1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rot="10800000" flipH="1">
            <a:off x="8299883" y="1017736"/>
            <a:ext cx="4681385" cy="514349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2">
  <p:cSld name="TITLE_AND_TWO_COLUMNS_1_1">
    <p:bg>
      <p:bgPr>
        <a:solidFill>
          <a:schemeClr val="dk1"/>
        </a:solidFill>
        <a:effectLst/>
      </p:bgPr>
    </p:bg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" name="Google Shape;111;p20"/>
          <p:cNvPicPr preferRelativeResize="0"/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-157175" y="-388600"/>
            <a:ext cx="9555799" cy="5981700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13" name="Google Shape;113;p20"/>
          <p:cNvSpPr txBox="1">
            <a:spLocks noGrp="1"/>
          </p:cNvSpPr>
          <p:nvPr>
            <p:ph type="subTitle" idx="1"/>
          </p:nvPr>
        </p:nvSpPr>
        <p:spPr>
          <a:xfrm>
            <a:off x="4985239" y="1667625"/>
            <a:ext cx="2947800" cy="287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4" name="Google Shape;114;p20"/>
          <p:cNvSpPr txBox="1">
            <a:spLocks noGrp="1"/>
          </p:cNvSpPr>
          <p:nvPr>
            <p:ph type="subTitle" idx="2"/>
          </p:nvPr>
        </p:nvSpPr>
        <p:spPr>
          <a:xfrm>
            <a:off x="1211050" y="1667625"/>
            <a:ext cx="2947800" cy="287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15" name="Google Shape;115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1954617" y="1437786"/>
            <a:ext cx="4681385" cy="514349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 3">
  <p:cSld name="TITLE_AND_TWO_COLUMNS_1_1_1">
    <p:bg>
      <p:bgPr>
        <a:solidFill>
          <a:schemeClr val="dk1"/>
        </a:solidFill>
        <a:effectLst/>
      </p:bgPr>
    </p:bg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7" name="Google Shape;117;p21"/>
          <p:cNvPicPr preferRelativeResize="0"/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-157175" y="-388600"/>
            <a:ext cx="9555799" cy="5981700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19" name="Google Shape;119;p21"/>
          <p:cNvSpPr txBox="1">
            <a:spLocks noGrp="1"/>
          </p:cNvSpPr>
          <p:nvPr>
            <p:ph type="subTitle" idx="1"/>
          </p:nvPr>
        </p:nvSpPr>
        <p:spPr>
          <a:xfrm>
            <a:off x="4888650" y="1610375"/>
            <a:ext cx="3460800" cy="299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20" name="Google Shape;120;p21"/>
          <p:cNvSpPr txBox="1">
            <a:spLocks noGrp="1"/>
          </p:cNvSpPr>
          <p:nvPr>
            <p:ph type="subTitle" idx="2"/>
          </p:nvPr>
        </p:nvSpPr>
        <p:spPr>
          <a:xfrm>
            <a:off x="1053400" y="1610375"/>
            <a:ext cx="3460800" cy="299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pic>
        <p:nvPicPr>
          <p:cNvPr id="121" name="Google Shape;121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1954617" y="1437786"/>
            <a:ext cx="4681385" cy="514349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CUSTOM_6">
    <p:bg>
      <p:bgPr>
        <a:solidFill>
          <a:schemeClr val="dk1"/>
        </a:solidFill>
        <a:effectLst/>
      </p:bgPr>
    </p:bg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3" name="Google Shape;123;p22"/>
          <p:cNvPicPr preferRelativeResize="0"/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-157175" y="-388600"/>
            <a:ext cx="9555799" cy="5981700"/>
          </a:xfrm>
          <a:prstGeom prst="rect">
            <a:avLst/>
          </a:prstGeom>
          <a:noFill/>
          <a:ln>
            <a:noFill/>
          </a:ln>
        </p:spPr>
      </p:pic>
      <p:sp>
        <p:nvSpPr>
          <p:cNvPr id="124" name="Google Shape;124;p22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25" name="Google Shape;125;p22"/>
          <p:cNvSpPr txBox="1">
            <a:spLocks noGrp="1"/>
          </p:cNvSpPr>
          <p:nvPr>
            <p:ph type="subTitle" idx="1"/>
          </p:nvPr>
        </p:nvSpPr>
        <p:spPr>
          <a:xfrm>
            <a:off x="1090025" y="3228378"/>
            <a:ext cx="2175300" cy="8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6" name="Google Shape;126;p22"/>
          <p:cNvSpPr txBox="1">
            <a:spLocks noGrp="1"/>
          </p:cNvSpPr>
          <p:nvPr>
            <p:ph type="subTitle" idx="2"/>
          </p:nvPr>
        </p:nvSpPr>
        <p:spPr>
          <a:xfrm>
            <a:off x="3484348" y="3228378"/>
            <a:ext cx="2175300" cy="8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7" name="Google Shape;127;p22"/>
          <p:cNvSpPr txBox="1">
            <a:spLocks noGrp="1"/>
          </p:cNvSpPr>
          <p:nvPr>
            <p:ph type="subTitle" idx="3"/>
          </p:nvPr>
        </p:nvSpPr>
        <p:spPr>
          <a:xfrm>
            <a:off x="5878675" y="3228378"/>
            <a:ext cx="2175300" cy="8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8" name="Google Shape;128;p22"/>
          <p:cNvSpPr txBox="1">
            <a:spLocks noGrp="1"/>
          </p:cNvSpPr>
          <p:nvPr>
            <p:ph type="subTitle" idx="4"/>
          </p:nvPr>
        </p:nvSpPr>
        <p:spPr>
          <a:xfrm>
            <a:off x="1090025" y="2773801"/>
            <a:ext cx="2175300" cy="52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Khand"/>
                <a:ea typeface="Khand"/>
                <a:cs typeface="Khand"/>
                <a:sym typeface="Khan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29" name="Google Shape;129;p22"/>
          <p:cNvSpPr txBox="1">
            <a:spLocks noGrp="1"/>
          </p:cNvSpPr>
          <p:nvPr>
            <p:ph type="subTitle" idx="5"/>
          </p:nvPr>
        </p:nvSpPr>
        <p:spPr>
          <a:xfrm>
            <a:off x="3484348" y="2773801"/>
            <a:ext cx="2175300" cy="52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Khand"/>
                <a:ea typeface="Khand"/>
                <a:cs typeface="Khand"/>
                <a:sym typeface="Khan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30" name="Google Shape;130;p22"/>
          <p:cNvSpPr txBox="1">
            <a:spLocks noGrp="1"/>
          </p:cNvSpPr>
          <p:nvPr>
            <p:ph type="subTitle" idx="6"/>
          </p:nvPr>
        </p:nvSpPr>
        <p:spPr>
          <a:xfrm>
            <a:off x="5878675" y="2773801"/>
            <a:ext cx="2175300" cy="52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Khand"/>
                <a:ea typeface="Khand"/>
                <a:cs typeface="Khand"/>
                <a:sym typeface="Khan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pic>
        <p:nvPicPr>
          <p:cNvPr id="131" name="Google Shape;131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2107017" y="1437786"/>
            <a:ext cx="4681385" cy="514349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 1">
  <p:cSld name="CUSTOM_6_1">
    <p:bg>
      <p:bgPr>
        <a:solidFill>
          <a:schemeClr val="dk1"/>
        </a:solidFill>
        <a:effectLst/>
      </p:bgPr>
    </p:bg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3" name="Google Shape;133;p23"/>
          <p:cNvPicPr preferRelativeResize="0"/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-157175" y="-388600"/>
            <a:ext cx="9555799" cy="5981700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23"/>
          <p:cNvSpPr txBox="1">
            <a:spLocks noGrp="1"/>
          </p:cNvSpPr>
          <p:nvPr>
            <p:ph type="subTitle" idx="1"/>
          </p:nvPr>
        </p:nvSpPr>
        <p:spPr>
          <a:xfrm>
            <a:off x="2741025" y="1786926"/>
            <a:ext cx="5373600" cy="41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6" name="Google Shape;136;p23"/>
          <p:cNvSpPr txBox="1">
            <a:spLocks noGrp="1"/>
          </p:cNvSpPr>
          <p:nvPr>
            <p:ph type="subTitle" idx="2"/>
          </p:nvPr>
        </p:nvSpPr>
        <p:spPr>
          <a:xfrm>
            <a:off x="2741025" y="2739426"/>
            <a:ext cx="5373600" cy="41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7" name="Google Shape;137;p23"/>
          <p:cNvSpPr txBox="1">
            <a:spLocks noGrp="1"/>
          </p:cNvSpPr>
          <p:nvPr>
            <p:ph type="subTitle" idx="3"/>
          </p:nvPr>
        </p:nvSpPr>
        <p:spPr>
          <a:xfrm>
            <a:off x="2741025" y="3691925"/>
            <a:ext cx="5373600" cy="41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8" name="Google Shape;138;p23"/>
          <p:cNvSpPr txBox="1">
            <a:spLocks noGrp="1"/>
          </p:cNvSpPr>
          <p:nvPr>
            <p:ph type="subTitle" idx="4"/>
          </p:nvPr>
        </p:nvSpPr>
        <p:spPr>
          <a:xfrm>
            <a:off x="2741033" y="1408550"/>
            <a:ext cx="5373600" cy="52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Khand"/>
                <a:ea typeface="Khand"/>
                <a:cs typeface="Khand"/>
                <a:sym typeface="Khan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39" name="Google Shape;139;p23"/>
          <p:cNvSpPr txBox="1">
            <a:spLocks noGrp="1"/>
          </p:cNvSpPr>
          <p:nvPr>
            <p:ph type="subTitle" idx="5"/>
          </p:nvPr>
        </p:nvSpPr>
        <p:spPr>
          <a:xfrm>
            <a:off x="2741033" y="2361049"/>
            <a:ext cx="5373600" cy="52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Khand"/>
                <a:ea typeface="Khand"/>
                <a:cs typeface="Khand"/>
                <a:sym typeface="Khan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40" name="Google Shape;140;p23"/>
          <p:cNvSpPr txBox="1">
            <a:spLocks noGrp="1"/>
          </p:cNvSpPr>
          <p:nvPr>
            <p:ph type="subTitle" idx="6"/>
          </p:nvPr>
        </p:nvSpPr>
        <p:spPr>
          <a:xfrm>
            <a:off x="2741033" y="3313548"/>
            <a:ext cx="5373600" cy="52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Khand"/>
                <a:ea typeface="Khand"/>
                <a:cs typeface="Khand"/>
                <a:sym typeface="Khan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pic>
        <p:nvPicPr>
          <p:cNvPr id="141" name="Google Shape;141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10800000">
            <a:off x="-3478617" y="793511"/>
            <a:ext cx="4681385" cy="514349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CUSTOM_5">
    <p:bg>
      <p:bgPr>
        <a:solidFill>
          <a:schemeClr val="dk1"/>
        </a:solidFill>
        <a:effectLst/>
      </p:bgPr>
    </p:bg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" name="Google Shape;143;p24"/>
          <p:cNvPicPr preferRelativeResize="0"/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-157175" y="-388600"/>
            <a:ext cx="9555799" cy="5981700"/>
          </a:xfrm>
          <a:prstGeom prst="rect">
            <a:avLst/>
          </a:prstGeom>
          <a:noFill/>
          <a:ln>
            <a:noFill/>
          </a:ln>
        </p:spPr>
      </p:pic>
      <p:sp>
        <p:nvSpPr>
          <p:cNvPr id="144" name="Google Shape;144;p2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45" name="Google Shape;145;p24"/>
          <p:cNvSpPr txBox="1">
            <a:spLocks noGrp="1"/>
          </p:cNvSpPr>
          <p:nvPr>
            <p:ph type="subTitle" idx="1"/>
          </p:nvPr>
        </p:nvSpPr>
        <p:spPr>
          <a:xfrm>
            <a:off x="2308202" y="1899975"/>
            <a:ext cx="1978200" cy="66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6" name="Google Shape;146;p24"/>
          <p:cNvSpPr txBox="1">
            <a:spLocks noGrp="1"/>
          </p:cNvSpPr>
          <p:nvPr>
            <p:ph type="subTitle" idx="2"/>
          </p:nvPr>
        </p:nvSpPr>
        <p:spPr>
          <a:xfrm>
            <a:off x="4852905" y="1899975"/>
            <a:ext cx="1978200" cy="66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7" name="Google Shape;147;p24"/>
          <p:cNvSpPr txBox="1">
            <a:spLocks noGrp="1"/>
          </p:cNvSpPr>
          <p:nvPr>
            <p:ph type="subTitle" idx="3"/>
          </p:nvPr>
        </p:nvSpPr>
        <p:spPr>
          <a:xfrm>
            <a:off x="2308202" y="3333375"/>
            <a:ext cx="1978200" cy="66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8" name="Google Shape;148;p24"/>
          <p:cNvSpPr txBox="1">
            <a:spLocks noGrp="1"/>
          </p:cNvSpPr>
          <p:nvPr>
            <p:ph type="subTitle" idx="4"/>
          </p:nvPr>
        </p:nvSpPr>
        <p:spPr>
          <a:xfrm>
            <a:off x="4852905" y="3333375"/>
            <a:ext cx="1978200" cy="66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9" name="Google Shape;149;p24"/>
          <p:cNvSpPr txBox="1">
            <a:spLocks noGrp="1"/>
          </p:cNvSpPr>
          <p:nvPr>
            <p:ph type="subTitle" idx="5"/>
          </p:nvPr>
        </p:nvSpPr>
        <p:spPr>
          <a:xfrm>
            <a:off x="2308202" y="1616375"/>
            <a:ext cx="19782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Khand"/>
                <a:ea typeface="Khand"/>
                <a:cs typeface="Khand"/>
                <a:sym typeface="Khan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50" name="Google Shape;150;p24"/>
          <p:cNvSpPr txBox="1">
            <a:spLocks noGrp="1"/>
          </p:cNvSpPr>
          <p:nvPr>
            <p:ph type="subTitle" idx="6"/>
          </p:nvPr>
        </p:nvSpPr>
        <p:spPr>
          <a:xfrm>
            <a:off x="2308202" y="3049850"/>
            <a:ext cx="19782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Khand"/>
                <a:ea typeface="Khand"/>
                <a:cs typeface="Khand"/>
                <a:sym typeface="Khan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51" name="Google Shape;151;p24"/>
          <p:cNvSpPr txBox="1">
            <a:spLocks noGrp="1"/>
          </p:cNvSpPr>
          <p:nvPr>
            <p:ph type="subTitle" idx="7"/>
          </p:nvPr>
        </p:nvSpPr>
        <p:spPr>
          <a:xfrm>
            <a:off x="4852902" y="1616375"/>
            <a:ext cx="19782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Khand"/>
                <a:ea typeface="Khand"/>
                <a:cs typeface="Khand"/>
                <a:sym typeface="Khan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52" name="Google Shape;152;p24"/>
          <p:cNvSpPr txBox="1">
            <a:spLocks noGrp="1"/>
          </p:cNvSpPr>
          <p:nvPr>
            <p:ph type="subTitle" idx="8"/>
          </p:nvPr>
        </p:nvSpPr>
        <p:spPr>
          <a:xfrm>
            <a:off x="4852902" y="3049850"/>
            <a:ext cx="19782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Khand"/>
                <a:ea typeface="Khand"/>
                <a:cs typeface="Khand"/>
                <a:sym typeface="Khan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pic>
        <p:nvPicPr>
          <p:cNvPr id="153" name="Google Shape;153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10800000">
            <a:off x="6623483" y="1182836"/>
            <a:ext cx="4681385" cy="514349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CUSTOM_7">
    <p:bg>
      <p:bgPr>
        <a:solidFill>
          <a:schemeClr val="dk1"/>
        </a:solidFill>
        <a:effectLst/>
      </p:bgPr>
    </p:bg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5" name="Google Shape;155;p25"/>
          <p:cNvPicPr preferRelativeResize="0"/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-157175" y="-388600"/>
            <a:ext cx="9555799" cy="5981700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2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57" name="Google Shape;157;p25"/>
          <p:cNvSpPr txBox="1">
            <a:spLocks noGrp="1"/>
          </p:cNvSpPr>
          <p:nvPr>
            <p:ph type="subTitle" idx="1"/>
          </p:nvPr>
        </p:nvSpPr>
        <p:spPr>
          <a:xfrm>
            <a:off x="1112605" y="2094882"/>
            <a:ext cx="19752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8" name="Google Shape;158;p25"/>
          <p:cNvSpPr txBox="1">
            <a:spLocks noGrp="1"/>
          </p:cNvSpPr>
          <p:nvPr>
            <p:ph type="subTitle" idx="2"/>
          </p:nvPr>
        </p:nvSpPr>
        <p:spPr>
          <a:xfrm>
            <a:off x="3582450" y="2094882"/>
            <a:ext cx="19752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9" name="Google Shape;159;p25"/>
          <p:cNvSpPr txBox="1">
            <a:spLocks noGrp="1"/>
          </p:cNvSpPr>
          <p:nvPr>
            <p:ph type="subTitle" idx="3"/>
          </p:nvPr>
        </p:nvSpPr>
        <p:spPr>
          <a:xfrm>
            <a:off x="1112605" y="3528282"/>
            <a:ext cx="19752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0" name="Google Shape;160;p25"/>
          <p:cNvSpPr txBox="1">
            <a:spLocks noGrp="1"/>
          </p:cNvSpPr>
          <p:nvPr>
            <p:ph type="subTitle" idx="4"/>
          </p:nvPr>
        </p:nvSpPr>
        <p:spPr>
          <a:xfrm>
            <a:off x="3582450" y="3528282"/>
            <a:ext cx="19752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1" name="Google Shape;161;p25"/>
          <p:cNvSpPr txBox="1">
            <a:spLocks noGrp="1"/>
          </p:cNvSpPr>
          <p:nvPr>
            <p:ph type="subTitle" idx="5"/>
          </p:nvPr>
        </p:nvSpPr>
        <p:spPr>
          <a:xfrm>
            <a:off x="6052295" y="2094882"/>
            <a:ext cx="19752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2" name="Google Shape;162;p25"/>
          <p:cNvSpPr txBox="1">
            <a:spLocks noGrp="1"/>
          </p:cNvSpPr>
          <p:nvPr>
            <p:ph type="subTitle" idx="6"/>
          </p:nvPr>
        </p:nvSpPr>
        <p:spPr>
          <a:xfrm>
            <a:off x="6052295" y="3528282"/>
            <a:ext cx="1975200" cy="48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3" name="Google Shape;163;p25"/>
          <p:cNvSpPr txBox="1">
            <a:spLocks noGrp="1"/>
          </p:cNvSpPr>
          <p:nvPr>
            <p:ph type="subTitle" idx="7"/>
          </p:nvPr>
        </p:nvSpPr>
        <p:spPr>
          <a:xfrm>
            <a:off x="1111105" y="1833388"/>
            <a:ext cx="19782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Khand"/>
                <a:ea typeface="Khand"/>
                <a:cs typeface="Khand"/>
                <a:sym typeface="Khan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64" name="Google Shape;164;p25"/>
          <p:cNvSpPr txBox="1">
            <a:spLocks noGrp="1"/>
          </p:cNvSpPr>
          <p:nvPr>
            <p:ph type="subTitle" idx="8"/>
          </p:nvPr>
        </p:nvSpPr>
        <p:spPr>
          <a:xfrm>
            <a:off x="3580950" y="1833388"/>
            <a:ext cx="19782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Khand"/>
                <a:ea typeface="Khand"/>
                <a:cs typeface="Khand"/>
                <a:sym typeface="Khan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65" name="Google Shape;165;p25"/>
          <p:cNvSpPr txBox="1">
            <a:spLocks noGrp="1"/>
          </p:cNvSpPr>
          <p:nvPr>
            <p:ph type="subTitle" idx="9"/>
          </p:nvPr>
        </p:nvSpPr>
        <p:spPr>
          <a:xfrm>
            <a:off x="6050795" y="1833388"/>
            <a:ext cx="19782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Khand"/>
                <a:ea typeface="Khand"/>
                <a:cs typeface="Khand"/>
                <a:sym typeface="Khan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66" name="Google Shape;166;p25"/>
          <p:cNvSpPr txBox="1">
            <a:spLocks noGrp="1"/>
          </p:cNvSpPr>
          <p:nvPr>
            <p:ph type="subTitle" idx="13"/>
          </p:nvPr>
        </p:nvSpPr>
        <p:spPr>
          <a:xfrm>
            <a:off x="1111105" y="3265650"/>
            <a:ext cx="19782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Khand"/>
                <a:ea typeface="Khand"/>
                <a:cs typeface="Khand"/>
                <a:sym typeface="Khan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67" name="Google Shape;167;p25"/>
          <p:cNvSpPr txBox="1">
            <a:spLocks noGrp="1"/>
          </p:cNvSpPr>
          <p:nvPr>
            <p:ph type="subTitle" idx="14"/>
          </p:nvPr>
        </p:nvSpPr>
        <p:spPr>
          <a:xfrm>
            <a:off x="3580950" y="3265650"/>
            <a:ext cx="19782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Khand"/>
                <a:ea typeface="Khand"/>
                <a:cs typeface="Khand"/>
                <a:sym typeface="Khan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168" name="Google Shape;168;p25"/>
          <p:cNvSpPr txBox="1">
            <a:spLocks noGrp="1"/>
          </p:cNvSpPr>
          <p:nvPr>
            <p:ph type="subTitle" idx="15"/>
          </p:nvPr>
        </p:nvSpPr>
        <p:spPr>
          <a:xfrm>
            <a:off x="6050795" y="3265650"/>
            <a:ext cx="1978200" cy="377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Khand"/>
                <a:ea typeface="Khand"/>
                <a:cs typeface="Khand"/>
                <a:sym typeface="Khand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Bebas Neue"/>
              <a:buNone/>
              <a:defRPr sz="2400"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pic>
        <p:nvPicPr>
          <p:cNvPr id="169" name="Google Shape;169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2183217" y="1437786"/>
            <a:ext cx="4681385" cy="514349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umbers and text">
  <p:cSld name="CUSTOM_8">
    <p:bg>
      <p:bgPr>
        <a:solidFill>
          <a:schemeClr val="dk1"/>
        </a:solidFill>
        <a:effectLst/>
      </p:bgPr>
    </p:bg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6"/>
          <p:cNvPicPr preferRelativeResize="0"/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-157175" y="-388600"/>
            <a:ext cx="9555799" cy="5981700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26"/>
          <p:cNvSpPr txBox="1">
            <a:spLocks noGrp="1"/>
          </p:cNvSpPr>
          <p:nvPr>
            <p:ph type="title" hasCustomPrompt="1"/>
          </p:nvPr>
        </p:nvSpPr>
        <p:spPr>
          <a:xfrm>
            <a:off x="1094225" y="670225"/>
            <a:ext cx="2538300" cy="641700"/>
          </a:xfrm>
          <a:prstGeom prst="rect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5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73" name="Google Shape;173;p26"/>
          <p:cNvSpPr txBox="1">
            <a:spLocks noGrp="1"/>
          </p:cNvSpPr>
          <p:nvPr>
            <p:ph type="subTitle" idx="1"/>
          </p:nvPr>
        </p:nvSpPr>
        <p:spPr>
          <a:xfrm>
            <a:off x="1094225" y="1311925"/>
            <a:ext cx="3121500" cy="37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4" name="Google Shape;174;p26"/>
          <p:cNvSpPr txBox="1">
            <a:spLocks noGrp="1"/>
          </p:cNvSpPr>
          <p:nvPr>
            <p:ph type="title" idx="2" hasCustomPrompt="1"/>
          </p:nvPr>
        </p:nvSpPr>
        <p:spPr>
          <a:xfrm>
            <a:off x="1094225" y="2120325"/>
            <a:ext cx="1884300" cy="641700"/>
          </a:xfrm>
          <a:prstGeom prst="rect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5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75" name="Google Shape;175;p26"/>
          <p:cNvSpPr txBox="1">
            <a:spLocks noGrp="1"/>
          </p:cNvSpPr>
          <p:nvPr>
            <p:ph type="subTitle" idx="3"/>
          </p:nvPr>
        </p:nvSpPr>
        <p:spPr>
          <a:xfrm>
            <a:off x="1094225" y="2771663"/>
            <a:ext cx="3121500" cy="37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76" name="Google Shape;176;p26"/>
          <p:cNvSpPr txBox="1">
            <a:spLocks noGrp="1"/>
          </p:cNvSpPr>
          <p:nvPr>
            <p:ph type="title" idx="4" hasCustomPrompt="1"/>
          </p:nvPr>
        </p:nvSpPr>
        <p:spPr>
          <a:xfrm>
            <a:off x="1094225" y="3589700"/>
            <a:ext cx="2766900" cy="641700"/>
          </a:xfrm>
          <a:prstGeom prst="rect">
            <a:avLst/>
          </a:prstGeom>
          <a:noFill/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45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77" name="Google Shape;177;p26"/>
          <p:cNvSpPr txBox="1">
            <a:spLocks noGrp="1"/>
          </p:cNvSpPr>
          <p:nvPr>
            <p:ph type="subTitle" idx="5"/>
          </p:nvPr>
        </p:nvSpPr>
        <p:spPr>
          <a:xfrm>
            <a:off x="1094225" y="4231401"/>
            <a:ext cx="3121500" cy="37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CUSTOM_3_1">
    <p:bg>
      <p:bgPr>
        <a:solidFill>
          <a:schemeClr val="dk1"/>
        </a:solidFill>
        <a:effectLst/>
      </p:bgPr>
    </p:bg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9" name="Google Shape;179;p27"/>
          <p:cNvPicPr preferRelativeResize="0"/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-157175" y="-388600"/>
            <a:ext cx="9555799" cy="5981700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27"/>
          <p:cNvSpPr txBox="1">
            <a:spLocks noGrp="1"/>
          </p:cNvSpPr>
          <p:nvPr>
            <p:ph type="title"/>
          </p:nvPr>
        </p:nvSpPr>
        <p:spPr>
          <a:xfrm>
            <a:off x="4353250" y="707775"/>
            <a:ext cx="4077900" cy="1225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500"/>
              <a:buNone/>
              <a:defRPr sz="8500"/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  <p:sp>
        <p:nvSpPr>
          <p:cNvPr id="181" name="Google Shape;181;p27"/>
          <p:cNvSpPr txBox="1">
            <a:spLocks noGrp="1"/>
          </p:cNvSpPr>
          <p:nvPr>
            <p:ph type="subTitle" idx="1"/>
          </p:nvPr>
        </p:nvSpPr>
        <p:spPr>
          <a:xfrm>
            <a:off x="4353250" y="1841449"/>
            <a:ext cx="4077900" cy="10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2" name="Google Shape;182;p27"/>
          <p:cNvSpPr txBox="1"/>
          <p:nvPr/>
        </p:nvSpPr>
        <p:spPr>
          <a:xfrm>
            <a:off x="4353250" y="3764350"/>
            <a:ext cx="4077900" cy="56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300"/>
              </a:spcBef>
              <a:spcAft>
                <a:spcPts val="0"/>
              </a:spcAft>
              <a:buNone/>
            </a:pPr>
            <a:r>
              <a:rPr lang="en" sz="1200" b="1"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rPr>
              <a:t>CREDITS:</a:t>
            </a:r>
            <a:r>
              <a:rPr lang="en" sz="1200"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rPr>
              <a:t> This presentation template was created by </a:t>
            </a:r>
            <a:r>
              <a:rPr lang="en" sz="1200" b="1" u="sng"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200"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rPr>
              <a:t>, and includes icons by </a:t>
            </a:r>
            <a:r>
              <a:rPr lang="en" sz="1200" b="1" u="sng"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200"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rPr>
              <a:t>, and infographics &amp; images by </a:t>
            </a:r>
            <a:r>
              <a:rPr lang="en" sz="1200" b="1" u="sng"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200" u="sng"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rPr>
              <a:t> </a:t>
            </a:r>
            <a:endParaRPr sz="1200" b="1" u="sng">
              <a:solidFill>
                <a:schemeClr val="lt1"/>
              </a:solidFill>
              <a:latin typeface="Dosis"/>
              <a:ea typeface="Dosis"/>
              <a:cs typeface="Dosis"/>
              <a:sym typeface="Dosis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bg>
      <p:bgPr>
        <a:solidFill>
          <a:schemeClr val="dk1"/>
        </a:solidFill>
        <a:effectLst/>
      </p:bgPr>
    </p:bg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" name="Google Shape;184;p28"/>
          <p:cNvPicPr preferRelativeResize="0"/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-157175" y="-388600"/>
            <a:ext cx="9555799" cy="5981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5" name="Google Shape;185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1954617" y="1437786"/>
            <a:ext cx="4681385" cy="514349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bg>
      <p:bgPr>
        <a:solidFill>
          <a:schemeClr val="dk1"/>
        </a:solidFill>
        <a:effectLst/>
      </p:bgPr>
    </p:bg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7" name="Google Shape;187;p29"/>
          <p:cNvPicPr preferRelativeResize="0"/>
          <p:nvPr/>
        </p:nvPicPr>
        <p:blipFill>
          <a:blip r:embed="rId2">
            <a:alphaModFix amt="32000"/>
          </a:blip>
          <a:stretch>
            <a:fillRect/>
          </a:stretch>
        </p:blipFill>
        <p:spPr>
          <a:xfrm>
            <a:off x="-157175" y="-388600"/>
            <a:ext cx="9555799" cy="5981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8" name="Google Shape;188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10800000">
            <a:off x="6318683" y="1182836"/>
            <a:ext cx="4681385" cy="514349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Khand"/>
              <a:buNone/>
              <a:defRPr sz="3500">
                <a:solidFill>
                  <a:schemeClr val="lt1"/>
                </a:solidFill>
                <a:latin typeface="Khand"/>
                <a:ea typeface="Khand"/>
                <a:cs typeface="Khand"/>
                <a:sym typeface="Khan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Bebas Neue"/>
              <a:buNone/>
              <a:defRPr sz="3500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Bebas Neue"/>
              <a:buNone/>
              <a:defRPr sz="3500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Bebas Neue"/>
              <a:buNone/>
              <a:defRPr sz="3500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Bebas Neue"/>
              <a:buNone/>
              <a:defRPr sz="3500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Bebas Neue"/>
              <a:buNone/>
              <a:defRPr sz="3500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Bebas Neue"/>
              <a:buNone/>
              <a:defRPr sz="3500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Bebas Neue"/>
              <a:buNone/>
              <a:defRPr sz="3500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Bebas Neue"/>
              <a:buNone/>
              <a:defRPr sz="3500">
                <a:solidFill>
                  <a:schemeClr val="lt1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osis"/>
              <a:buChar char="●"/>
              <a:defRPr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defRPr>
            </a:lvl1pPr>
            <a:lvl2pPr marL="914400" lvl="1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osis"/>
              <a:buChar char="○"/>
              <a:defRPr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defRPr>
            </a:lvl2pPr>
            <a:lvl3pPr marL="1371600" lvl="2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osis"/>
              <a:buChar char="■"/>
              <a:defRPr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defRPr>
            </a:lvl3pPr>
            <a:lvl4pPr marL="1828800" lvl="3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osis"/>
              <a:buChar char="●"/>
              <a:defRPr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defRPr>
            </a:lvl4pPr>
            <a:lvl5pPr marL="2286000" lvl="4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osis"/>
              <a:buChar char="○"/>
              <a:defRPr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defRPr>
            </a:lvl5pPr>
            <a:lvl6pPr marL="2743200" lvl="5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osis"/>
              <a:buChar char="■"/>
              <a:defRPr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defRPr>
            </a:lvl6pPr>
            <a:lvl7pPr marL="3200400" lvl="6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osis"/>
              <a:buChar char="●"/>
              <a:defRPr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defRPr>
            </a:lvl7pPr>
            <a:lvl8pPr marL="3657600" lvl="7" indent="-3175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Dosis"/>
              <a:buChar char="○"/>
              <a:defRPr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defRPr>
            </a:lvl8pPr>
            <a:lvl9pPr marL="4114800" lvl="8" indent="-31750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400"/>
              <a:buFont typeface="Dosis"/>
              <a:buChar char="■"/>
              <a:defRPr>
                <a:solidFill>
                  <a:schemeClr val="lt1"/>
                </a:solidFill>
                <a:latin typeface="Dosis"/>
                <a:ea typeface="Dosis"/>
                <a:cs typeface="Dosis"/>
                <a:sym typeface="Dosis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inkedin.com/in/olegfdezll/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6.xml"/><Relationship Id="rId6" Type="http://schemas.openxmlformats.org/officeDocument/2006/relationships/image" Target="../media/image14.png"/><Relationship Id="rId5" Type="http://schemas.openxmlformats.org/officeDocument/2006/relationships/hyperlink" Target="https://github.com/GatitosLab" TargetMode="External"/><Relationship Id="rId4" Type="http://schemas.openxmlformats.org/officeDocument/2006/relationships/hyperlink" Target="https://www.linkedin.com/in/emele-ramos-granados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30"/>
          <p:cNvSpPr txBox="1"/>
          <p:nvPr/>
        </p:nvSpPr>
        <p:spPr>
          <a:xfrm>
            <a:off x="1767138" y="2291190"/>
            <a:ext cx="5961471" cy="6844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 dirty="0">
                <a:solidFill>
                  <a:srgbClr val="FFFFFF"/>
                </a:solidFill>
                <a:latin typeface="Karla"/>
                <a:ea typeface="Karla"/>
                <a:cs typeface="Karla"/>
                <a:sym typeface="Karla"/>
              </a:rPr>
              <a:t>Simulación de diseño, despliegue y documentación de Red para Centro de Salud Especializado “San Vergeles” </a:t>
            </a:r>
            <a:endParaRPr sz="1600" dirty="0">
              <a:solidFill>
                <a:srgbClr val="FFFFFF"/>
              </a:solidFill>
              <a:latin typeface="Karla"/>
              <a:ea typeface="Karla"/>
              <a:cs typeface="Karla"/>
              <a:sym typeface="Karla"/>
            </a:endParaRPr>
          </a:p>
        </p:txBody>
      </p:sp>
      <p:pic>
        <p:nvPicPr>
          <p:cNvPr id="194" name="Google Shape;194;p30"/>
          <p:cNvPicPr preferRelativeResize="0"/>
          <p:nvPr/>
        </p:nvPicPr>
        <p:blipFill rotWithShape="1">
          <a:blip r:embed="rId3">
            <a:alphaModFix/>
          </a:blip>
          <a:srcRect b="17287"/>
          <a:stretch/>
        </p:blipFill>
        <p:spPr>
          <a:xfrm>
            <a:off x="3315024" y="1120950"/>
            <a:ext cx="2865701" cy="966350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30"/>
          <p:cNvSpPr txBox="1"/>
          <p:nvPr/>
        </p:nvSpPr>
        <p:spPr>
          <a:xfrm>
            <a:off x="1355864" y="2975660"/>
            <a:ext cx="6784018" cy="55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rgbClr val="537B97"/>
                </a:solidFill>
                <a:latin typeface="Karla Light"/>
                <a:ea typeface="Karla Light"/>
                <a:cs typeface="Karla Light"/>
                <a:sym typeface="Karla Light"/>
              </a:rPr>
              <a:t>Oleg Fernández-Llebrez Rodríguez  </a:t>
            </a:r>
            <a:r>
              <a:rPr lang="en" sz="1200" dirty="0">
                <a:solidFill>
                  <a:srgbClr val="FFFFFF"/>
                </a:solidFill>
                <a:latin typeface="Karla Light"/>
                <a:ea typeface="Karla Light"/>
                <a:cs typeface="Karla Light"/>
                <a:sym typeface="Karla Light"/>
              </a:rPr>
              <a:t>  | Estudiante de ASIR en el centro Fomento Ocupacional - FOC</a:t>
            </a:r>
            <a:endParaRPr sz="1200" dirty="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 dirty="0">
                <a:solidFill>
                  <a:srgbClr val="537B97"/>
                </a:solidFill>
                <a:latin typeface="Karla Light"/>
                <a:ea typeface="Karla Light"/>
                <a:cs typeface="Karla Light"/>
                <a:sym typeface="Karla Light"/>
              </a:rPr>
              <a:t>Laura Ramos Granados</a:t>
            </a:r>
            <a:r>
              <a:rPr lang="en" sz="1200" dirty="0">
                <a:solidFill>
                  <a:srgbClr val="FFFFFF"/>
                </a:solidFill>
                <a:latin typeface="Karla Light"/>
                <a:ea typeface="Karla Light"/>
                <a:cs typeface="Karla Light"/>
                <a:sym typeface="Karla Light"/>
              </a:rPr>
              <a:t> | Estudiante de ASIR en el IES Zaidín Vergeles - IES ZV</a:t>
            </a:r>
            <a:endParaRPr sz="1200" dirty="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</p:txBody>
      </p:sp>
      <p:pic>
        <p:nvPicPr>
          <p:cNvPr id="196" name="Google Shape;196;p30" title="pngegg(4).png"/>
          <p:cNvPicPr preferRelativeResize="0"/>
          <p:nvPr/>
        </p:nvPicPr>
        <p:blipFill rotWithShape="1">
          <a:blip r:embed="rId4">
            <a:alphaModFix/>
          </a:blip>
          <a:srcRect b="49454"/>
          <a:stretch/>
        </p:blipFill>
        <p:spPr>
          <a:xfrm>
            <a:off x="-209925" y="-984075"/>
            <a:ext cx="9670374" cy="2434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7" name="Google Shape;197;p30" title="pngegg(4).png"/>
          <p:cNvPicPr preferRelativeResize="0"/>
          <p:nvPr/>
        </p:nvPicPr>
        <p:blipFill rotWithShape="1">
          <a:blip r:embed="rId4">
            <a:alphaModFix/>
          </a:blip>
          <a:srcRect t="56644"/>
          <a:stretch/>
        </p:blipFill>
        <p:spPr>
          <a:xfrm>
            <a:off x="-579000" y="3733650"/>
            <a:ext cx="10357299" cy="22300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31"/>
          <p:cNvSpPr txBox="1"/>
          <p:nvPr/>
        </p:nvSpPr>
        <p:spPr>
          <a:xfrm>
            <a:off x="1382241" y="1012678"/>
            <a:ext cx="3113047" cy="6757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dirty="0">
                <a:solidFill>
                  <a:srgbClr val="51AFDB"/>
                </a:solidFill>
                <a:latin typeface="Khand"/>
                <a:ea typeface="Khand"/>
                <a:cs typeface="Khand"/>
                <a:sym typeface="Khand"/>
              </a:rPr>
              <a:t>Contexto y propósito</a:t>
            </a:r>
            <a:endParaRPr sz="3000" dirty="0">
              <a:solidFill>
                <a:srgbClr val="51AFDB"/>
              </a:solidFill>
              <a:latin typeface="Khand"/>
              <a:ea typeface="Khand"/>
              <a:cs typeface="Khand"/>
              <a:sym typeface="Khand"/>
            </a:endParaRPr>
          </a:p>
        </p:txBody>
      </p:sp>
      <p:sp>
        <p:nvSpPr>
          <p:cNvPr id="203" name="Google Shape;203;p31"/>
          <p:cNvSpPr txBox="1"/>
          <p:nvPr/>
        </p:nvSpPr>
        <p:spPr>
          <a:xfrm>
            <a:off x="1382241" y="1836401"/>
            <a:ext cx="6647400" cy="12002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Karla Light"/>
                <a:ea typeface="Karla Light"/>
                <a:cs typeface="Karla Light"/>
                <a:sym typeface="Karla Light"/>
              </a:rPr>
              <a:t>Este proyecto ha sido desarrollado con carácter educativo como parte de la fase final de nuestras prácticas de Administración de Sistemas Informáticos y Redes en Kyndryl, con la intención de:</a:t>
            </a:r>
          </a:p>
          <a:p>
            <a:pPr marL="0" lvl="0" indent="0" algn="just" rtl="0">
              <a:spcBef>
                <a:spcPts val="0"/>
              </a:spcBef>
              <a:spcAft>
                <a:spcPts val="0"/>
              </a:spcAft>
              <a:buNone/>
            </a:pPr>
            <a:endParaRPr sz="1100" dirty="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marL="457200" lvl="0" indent="-12700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Karla Light"/>
              <a:buChar char="●"/>
            </a:pPr>
            <a:r>
              <a:rPr lang="en" sz="1100" dirty="0">
                <a:solidFill>
                  <a:srgbClr val="FFFFFF"/>
                </a:solidFill>
                <a:latin typeface="Karla Light"/>
                <a:ea typeface="Karla Light"/>
                <a:cs typeface="Karla Light"/>
                <a:sym typeface="Karla Light"/>
              </a:rPr>
              <a:t>Consolidar conocimientos de redes, virtualización y seguridad.</a:t>
            </a:r>
            <a:endParaRPr sz="1100" dirty="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marL="457200" lvl="0" indent="-12700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Karla Light"/>
              <a:buChar char="●"/>
            </a:pPr>
            <a:r>
              <a:rPr lang="en" sz="1100" dirty="0">
                <a:solidFill>
                  <a:srgbClr val="FFFFFF"/>
                </a:solidFill>
                <a:latin typeface="Karla Light"/>
                <a:ea typeface="Karla Light"/>
                <a:cs typeface="Karla Light"/>
                <a:sym typeface="Karla Light"/>
              </a:rPr>
              <a:t>Simular una infraestructura realista y documentarla profesionalmente.</a:t>
            </a:r>
            <a:endParaRPr sz="1100" dirty="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marL="457200" lvl="0" indent="-127000" algn="l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Karla Light"/>
              <a:buChar char="●"/>
            </a:pPr>
            <a:r>
              <a:rPr lang="en" sz="1100" dirty="0">
                <a:solidFill>
                  <a:srgbClr val="FFFFFF"/>
                </a:solidFill>
                <a:latin typeface="Karla Light"/>
                <a:ea typeface="Karla Light"/>
                <a:cs typeface="Karla Light"/>
                <a:sym typeface="Karla Light"/>
              </a:rPr>
              <a:t>Poner en práctica el diseño de redes escalables, segmentadas y seguras.</a:t>
            </a:r>
            <a:endParaRPr sz="1100" dirty="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</p:txBody>
      </p:sp>
      <p:grpSp>
        <p:nvGrpSpPr>
          <p:cNvPr id="204" name="Google Shape;204;p31"/>
          <p:cNvGrpSpPr/>
          <p:nvPr/>
        </p:nvGrpSpPr>
        <p:grpSpPr>
          <a:xfrm>
            <a:off x="959757" y="1165524"/>
            <a:ext cx="355663" cy="308725"/>
            <a:chOff x="-28462125" y="3199700"/>
            <a:chExt cx="298550" cy="259150"/>
          </a:xfrm>
        </p:grpSpPr>
        <p:sp>
          <p:nvSpPr>
            <p:cNvPr id="205" name="Google Shape;205;p31"/>
            <p:cNvSpPr/>
            <p:nvPr/>
          </p:nvSpPr>
          <p:spPr>
            <a:xfrm>
              <a:off x="-28459750" y="3284775"/>
              <a:ext cx="296175" cy="104775"/>
            </a:xfrm>
            <a:custGeom>
              <a:avLst/>
              <a:gdLst/>
              <a:ahLst/>
              <a:cxnLst/>
              <a:rect l="l" t="t" r="r" b="b"/>
              <a:pathLst>
                <a:path w="11847" h="4191" extrusionOk="0">
                  <a:moveTo>
                    <a:pt x="5230" y="0"/>
                  </a:moveTo>
                  <a:cubicBezTo>
                    <a:pt x="5073" y="0"/>
                    <a:pt x="4947" y="63"/>
                    <a:pt x="4915" y="189"/>
                  </a:cubicBezTo>
                  <a:lnTo>
                    <a:pt x="4096" y="2080"/>
                  </a:lnTo>
                  <a:lnTo>
                    <a:pt x="347" y="2080"/>
                  </a:lnTo>
                  <a:cubicBezTo>
                    <a:pt x="158" y="2080"/>
                    <a:pt x="0" y="2237"/>
                    <a:pt x="0" y="2426"/>
                  </a:cubicBezTo>
                  <a:cubicBezTo>
                    <a:pt x="0" y="2615"/>
                    <a:pt x="158" y="2773"/>
                    <a:pt x="347" y="2773"/>
                  </a:cubicBezTo>
                  <a:lnTo>
                    <a:pt x="4316" y="2773"/>
                  </a:lnTo>
                  <a:cubicBezTo>
                    <a:pt x="4411" y="2773"/>
                    <a:pt x="4505" y="2710"/>
                    <a:pt x="4600" y="2584"/>
                  </a:cubicBezTo>
                  <a:lnTo>
                    <a:pt x="5199" y="1292"/>
                  </a:lnTo>
                  <a:lnTo>
                    <a:pt x="6238" y="3970"/>
                  </a:lnTo>
                  <a:cubicBezTo>
                    <a:pt x="6301" y="4096"/>
                    <a:pt x="6396" y="4159"/>
                    <a:pt x="6522" y="4191"/>
                  </a:cubicBezTo>
                  <a:lnTo>
                    <a:pt x="6553" y="4191"/>
                  </a:lnTo>
                  <a:cubicBezTo>
                    <a:pt x="6679" y="4191"/>
                    <a:pt x="6805" y="4127"/>
                    <a:pt x="6868" y="4033"/>
                  </a:cubicBezTo>
                  <a:lnTo>
                    <a:pt x="7624" y="2836"/>
                  </a:lnTo>
                  <a:lnTo>
                    <a:pt x="11500" y="2836"/>
                  </a:lnTo>
                  <a:cubicBezTo>
                    <a:pt x="11689" y="2836"/>
                    <a:pt x="11846" y="2678"/>
                    <a:pt x="11846" y="2458"/>
                  </a:cubicBezTo>
                  <a:cubicBezTo>
                    <a:pt x="11846" y="2269"/>
                    <a:pt x="11689" y="2111"/>
                    <a:pt x="11500" y="2111"/>
                  </a:cubicBezTo>
                  <a:lnTo>
                    <a:pt x="7435" y="2111"/>
                  </a:lnTo>
                  <a:cubicBezTo>
                    <a:pt x="7309" y="2111"/>
                    <a:pt x="7183" y="2206"/>
                    <a:pt x="7120" y="2269"/>
                  </a:cubicBezTo>
                  <a:lnTo>
                    <a:pt x="6648" y="3056"/>
                  </a:lnTo>
                  <a:lnTo>
                    <a:pt x="5545" y="221"/>
                  </a:lnTo>
                  <a:cubicBezTo>
                    <a:pt x="5514" y="95"/>
                    <a:pt x="5388" y="0"/>
                    <a:pt x="5230" y="0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6" name="Google Shape;206;p31"/>
            <p:cNvSpPr/>
            <p:nvPr/>
          </p:nvSpPr>
          <p:spPr>
            <a:xfrm>
              <a:off x="-28462125" y="3199700"/>
              <a:ext cx="295400" cy="125275"/>
            </a:xfrm>
            <a:custGeom>
              <a:avLst/>
              <a:gdLst/>
              <a:ahLst/>
              <a:cxnLst/>
              <a:rect l="l" t="t" r="r" b="b"/>
              <a:pathLst>
                <a:path w="11816" h="5011" extrusionOk="0">
                  <a:moveTo>
                    <a:pt x="3151" y="1"/>
                  </a:moveTo>
                  <a:cubicBezTo>
                    <a:pt x="1387" y="1"/>
                    <a:pt x="1" y="1419"/>
                    <a:pt x="1" y="3277"/>
                  </a:cubicBezTo>
                  <a:cubicBezTo>
                    <a:pt x="1" y="3876"/>
                    <a:pt x="158" y="4349"/>
                    <a:pt x="442" y="4821"/>
                  </a:cubicBezTo>
                  <a:lnTo>
                    <a:pt x="3655" y="4821"/>
                  </a:lnTo>
                  <a:lnTo>
                    <a:pt x="4285" y="3340"/>
                  </a:lnTo>
                  <a:cubicBezTo>
                    <a:pt x="4443" y="2994"/>
                    <a:pt x="4821" y="2773"/>
                    <a:pt x="5199" y="2710"/>
                  </a:cubicBezTo>
                  <a:cubicBezTo>
                    <a:pt x="5672" y="2710"/>
                    <a:pt x="6018" y="2994"/>
                    <a:pt x="6176" y="3403"/>
                  </a:cubicBezTo>
                  <a:lnTo>
                    <a:pt x="6806" y="5010"/>
                  </a:lnTo>
                  <a:cubicBezTo>
                    <a:pt x="6963" y="4884"/>
                    <a:pt x="7215" y="4821"/>
                    <a:pt x="7404" y="4821"/>
                  </a:cubicBezTo>
                  <a:lnTo>
                    <a:pt x="11374" y="4821"/>
                  </a:lnTo>
                  <a:cubicBezTo>
                    <a:pt x="11626" y="4349"/>
                    <a:pt x="11815" y="3813"/>
                    <a:pt x="11815" y="3277"/>
                  </a:cubicBezTo>
                  <a:cubicBezTo>
                    <a:pt x="11815" y="1419"/>
                    <a:pt x="10429" y="1"/>
                    <a:pt x="8665" y="1"/>
                  </a:cubicBezTo>
                  <a:cubicBezTo>
                    <a:pt x="7247" y="1"/>
                    <a:pt x="6396" y="977"/>
                    <a:pt x="5924" y="1860"/>
                  </a:cubicBezTo>
                  <a:cubicBezTo>
                    <a:pt x="5451" y="977"/>
                    <a:pt x="4537" y="1"/>
                    <a:pt x="3151" y="1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7" name="Google Shape;207;p31"/>
            <p:cNvSpPr/>
            <p:nvPr/>
          </p:nvSpPr>
          <p:spPr>
            <a:xfrm>
              <a:off x="-28405400" y="3360375"/>
              <a:ext cx="186675" cy="98475"/>
            </a:xfrm>
            <a:custGeom>
              <a:avLst/>
              <a:gdLst/>
              <a:ahLst/>
              <a:cxnLst/>
              <a:rect l="l" t="t" r="r" b="b"/>
              <a:pathLst>
                <a:path w="7467" h="3939" extrusionOk="0">
                  <a:moveTo>
                    <a:pt x="2962" y="1"/>
                  </a:moveTo>
                  <a:cubicBezTo>
                    <a:pt x="2773" y="284"/>
                    <a:pt x="2458" y="442"/>
                    <a:pt x="2111" y="442"/>
                  </a:cubicBezTo>
                  <a:lnTo>
                    <a:pt x="0" y="442"/>
                  </a:lnTo>
                  <a:cubicBezTo>
                    <a:pt x="158" y="599"/>
                    <a:pt x="347" y="757"/>
                    <a:pt x="536" y="914"/>
                  </a:cubicBezTo>
                  <a:cubicBezTo>
                    <a:pt x="1449" y="1734"/>
                    <a:pt x="2426" y="2647"/>
                    <a:pt x="3434" y="3813"/>
                  </a:cubicBezTo>
                  <a:cubicBezTo>
                    <a:pt x="3529" y="3907"/>
                    <a:pt x="3592" y="3939"/>
                    <a:pt x="3718" y="3939"/>
                  </a:cubicBezTo>
                  <a:cubicBezTo>
                    <a:pt x="3844" y="3939"/>
                    <a:pt x="3907" y="3907"/>
                    <a:pt x="4001" y="3813"/>
                  </a:cubicBezTo>
                  <a:cubicBezTo>
                    <a:pt x="4978" y="2584"/>
                    <a:pt x="6018" y="1734"/>
                    <a:pt x="6900" y="914"/>
                  </a:cubicBezTo>
                  <a:cubicBezTo>
                    <a:pt x="7120" y="757"/>
                    <a:pt x="7278" y="599"/>
                    <a:pt x="7467" y="442"/>
                  </a:cubicBezTo>
                  <a:lnTo>
                    <a:pt x="5860" y="442"/>
                  </a:lnTo>
                  <a:lnTo>
                    <a:pt x="5293" y="1324"/>
                  </a:lnTo>
                  <a:cubicBezTo>
                    <a:pt x="5104" y="1639"/>
                    <a:pt x="4789" y="1860"/>
                    <a:pt x="4379" y="1860"/>
                  </a:cubicBezTo>
                  <a:lnTo>
                    <a:pt x="4316" y="1860"/>
                  </a:lnTo>
                  <a:cubicBezTo>
                    <a:pt x="3907" y="1797"/>
                    <a:pt x="3592" y="1576"/>
                    <a:pt x="3434" y="1167"/>
                  </a:cubicBezTo>
                  <a:lnTo>
                    <a:pt x="2962" y="1"/>
                  </a:ln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208" name="Google Shape;208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533223">
            <a:off x="-257444" y="2994296"/>
            <a:ext cx="9451388" cy="425008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9" name="Google Shape;209;p3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102051" y="3588076"/>
            <a:ext cx="6553876" cy="3622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32"/>
          <p:cNvSpPr txBox="1"/>
          <p:nvPr/>
        </p:nvSpPr>
        <p:spPr>
          <a:xfrm>
            <a:off x="1041027" y="549767"/>
            <a:ext cx="2770992" cy="6216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dirty="0">
                <a:solidFill>
                  <a:srgbClr val="51AFDB"/>
                </a:solidFill>
                <a:latin typeface="Khand"/>
                <a:ea typeface="Khand"/>
                <a:cs typeface="Khand"/>
                <a:sym typeface="Khand"/>
              </a:rPr>
              <a:t>Marco situacional</a:t>
            </a:r>
            <a:endParaRPr sz="3000" dirty="0">
              <a:solidFill>
                <a:srgbClr val="51AFDB"/>
              </a:solidFill>
              <a:latin typeface="Khand"/>
              <a:ea typeface="Khand"/>
              <a:cs typeface="Khand"/>
              <a:sym typeface="Khand"/>
            </a:endParaRPr>
          </a:p>
        </p:txBody>
      </p:sp>
      <p:sp>
        <p:nvSpPr>
          <p:cNvPr id="215" name="Google Shape;215;p32"/>
          <p:cNvSpPr txBox="1"/>
          <p:nvPr/>
        </p:nvSpPr>
        <p:spPr>
          <a:xfrm>
            <a:off x="1041027" y="1246970"/>
            <a:ext cx="6860247" cy="11295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just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200" dirty="0">
                <a:solidFill>
                  <a:srgbClr val="FFFFFF"/>
                </a:solidFill>
                <a:latin typeface="Karla Light"/>
                <a:ea typeface="Karla Light"/>
                <a:cs typeface="Karla Light"/>
                <a:sym typeface="Karla Light"/>
              </a:rPr>
              <a:t>El Centro de Salud Municipal “San Vergeles” busca mejorar su conectividad interna para dar soporte a sus servicios médicos y administrativos. Actualmente, el centro cuenta con un conjunto reducido de servicios digitales: </a:t>
            </a:r>
            <a:endParaRPr sz="1200" dirty="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</p:txBody>
      </p:sp>
      <p:grpSp>
        <p:nvGrpSpPr>
          <p:cNvPr id="216" name="Google Shape;216;p32"/>
          <p:cNvGrpSpPr/>
          <p:nvPr/>
        </p:nvGrpSpPr>
        <p:grpSpPr>
          <a:xfrm>
            <a:off x="2932432" y="2744871"/>
            <a:ext cx="3865976" cy="1279879"/>
            <a:chOff x="6796238" y="3158297"/>
            <a:chExt cx="1630319" cy="677257"/>
          </a:xfrm>
        </p:grpSpPr>
        <p:cxnSp>
          <p:nvCxnSpPr>
            <p:cNvPr id="217" name="Google Shape;217;p32"/>
            <p:cNvCxnSpPr/>
            <p:nvPr/>
          </p:nvCxnSpPr>
          <p:spPr>
            <a:xfrm>
              <a:off x="7012244" y="3664854"/>
              <a:ext cx="0" cy="170700"/>
            </a:xfrm>
            <a:prstGeom prst="straightConnector1">
              <a:avLst/>
            </a:prstGeom>
            <a:noFill/>
            <a:ln w="9525" cap="flat" cmpd="sng">
              <a:solidFill>
                <a:srgbClr val="A5B7C6"/>
              </a:solidFill>
              <a:prstDash val="solid"/>
              <a:round/>
              <a:headEnd type="none" w="med" len="med"/>
              <a:tailEnd type="diamond" w="med" len="med"/>
            </a:ln>
          </p:spPr>
        </p:cxnSp>
        <p:cxnSp>
          <p:nvCxnSpPr>
            <p:cNvPr id="218" name="Google Shape;218;p32"/>
            <p:cNvCxnSpPr/>
            <p:nvPr/>
          </p:nvCxnSpPr>
          <p:spPr>
            <a:xfrm>
              <a:off x="7810957" y="3664854"/>
              <a:ext cx="0" cy="170700"/>
            </a:xfrm>
            <a:prstGeom prst="straightConnector1">
              <a:avLst/>
            </a:prstGeom>
            <a:noFill/>
            <a:ln w="9525" cap="flat" cmpd="sng">
              <a:solidFill>
                <a:srgbClr val="A5B7C6"/>
              </a:solidFill>
              <a:prstDash val="solid"/>
              <a:round/>
              <a:headEnd type="none" w="med" len="med"/>
              <a:tailEnd type="diamond" w="med" len="med"/>
            </a:ln>
          </p:spPr>
        </p:cxnSp>
        <p:cxnSp>
          <p:nvCxnSpPr>
            <p:cNvPr id="219" name="Google Shape;219;p32"/>
            <p:cNvCxnSpPr/>
            <p:nvPr/>
          </p:nvCxnSpPr>
          <p:spPr>
            <a:xfrm rot="10800000">
              <a:off x="8196652" y="3170826"/>
              <a:ext cx="0" cy="169800"/>
            </a:xfrm>
            <a:prstGeom prst="straightConnector1">
              <a:avLst/>
            </a:prstGeom>
            <a:noFill/>
            <a:ln w="9525" cap="flat" cmpd="sng">
              <a:solidFill>
                <a:srgbClr val="A5B7C6"/>
              </a:solidFill>
              <a:prstDash val="solid"/>
              <a:round/>
              <a:headEnd type="none" w="med" len="med"/>
              <a:tailEnd type="diamond" w="med" len="med"/>
            </a:ln>
          </p:spPr>
        </p:cxnSp>
        <p:grpSp>
          <p:nvGrpSpPr>
            <p:cNvPr id="221" name="Google Shape;221;p32"/>
            <p:cNvGrpSpPr/>
            <p:nvPr/>
          </p:nvGrpSpPr>
          <p:grpSpPr>
            <a:xfrm>
              <a:off x="6796238" y="3311904"/>
              <a:ext cx="1630319" cy="377697"/>
              <a:chOff x="6796238" y="3311904"/>
              <a:chExt cx="1630319" cy="377697"/>
            </a:xfrm>
          </p:grpSpPr>
          <p:sp>
            <p:nvSpPr>
              <p:cNvPr id="222" name="Google Shape;222;p32"/>
              <p:cNvSpPr/>
              <p:nvPr/>
            </p:nvSpPr>
            <p:spPr>
              <a:xfrm>
                <a:off x="6796238" y="3311904"/>
                <a:ext cx="798025" cy="377697"/>
              </a:xfrm>
              <a:custGeom>
                <a:avLst/>
                <a:gdLst/>
                <a:ahLst/>
                <a:cxnLst/>
                <a:rect l="l" t="t" r="r" b="b"/>
                <a:pathLst>
                  <a:path w="34368" h="16266" extrusionOk="0">
                    <a:moveTo>
                      <a:pt x="4679" y="0"/>
                    </a:moveTo>
                    <a:lnTo>
                      <a:pt x="0" y="8133"/>
                    </a:lnTo>
                    <a:lnTo>
                      <a:pt x="4679" y="16265"/>
                    </a:lnTo>
                    <a:lnTo>
                      <a:pt x="14094" y="16265"/>
                    </a:lnTo>
                    <a:lnTo>
                      <a:pt x="17913" y="9590"/>
                    </a:lnTo>
                    <a:lnTo>
                      <a:pt x="22591" y="1458"/>
                    </a:lnTo>
                    <a:lnTo>
                      <a:pt x="30301" y="1458"/>
                    </a:lnTo>
                    <a:lnTo>
                      <a:pt x="33522" y="7098"/>
                    </a:lnTo>
                    <a:lnTo>
                      <a:pt x="34367" y="5640"/>
                    </a:lnTo>
                    <a:lnTo>
                      <a:pt x="33522" y="4183"/>
                    </a:lnTo>
                    <a:lnTo>
                      <a:pt x="31146" y="0"/>
                    </a:lnTo>
                    <a:lnTo>
                      <a:pt x="21746" y="0"/>
                    </a:lnTo>
                    <a:lnTo>
                      <a:pt x="17067" y="8133"/>
                    </a:lnTo>
                    <a:lnTo>
                      <a:pt x="13234" y="14808"/>
                    </a:lnTo>
                    <a:lnTo>
                      <a:pt x="5524" y="14808"/>
                    </a:lnTo>
                    <a:lnTo>
                      <a:pt x="1706" y="8133"/>
                    </a:lnTo>
                    <a:lnTo>
                      <a:pt x="5524" y="1458"/>
                    </a:lnTo>
                    <a:lnTo>
                      <a:pt x="13234" y="1458"/>
                    </a:lnTo>
                    <a:lnTo>
                      <a:pt x="16455" y="7098"/>
                    </a:lnTo>
                    <a:lnTo>
                      <a:pt x="17301" y="5640"/>
                    </a:lnTo>
                    <a:lnTo>
                      <a:pt x="16455" y="4183"/>
                    </a:lnTo>
                    <a:lnTo>
                      <a:pt x="14094" y="0"/>
                    </a:lnTo>
                    <a:close/>
                  </a:path>
                </a:pathLst>
              </a:custGeom>
              <a:solidFill>
                <a:srgbClr val="435D7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3" name="Google Shape;223;p32"/>
              <p:cNvSpPr/>
              <p:nvPr/>
            </p:nvSpPr>
            <p:spPr>
              <a:xfrm>
                <a:off x="7628207" y="3311904"/>
                <a:ext cx="798350" cy="377697"/>
              </a:xfrm>
              <a:custGeom>
                <a:avLst/>
                <a:gdLst/>
                <a:ahLst/>
                <a:cxnLst/>
                <a:rect l="l" t="t" r="r" b="b"/>
                <a:pathLst>
                  <a:path w="34382" h="16266" extrusionOk="0">
                    <a:moveTo>
                      <a:pt x="20288" y="0"/>
                    </a:moveTo>
                    <a:lnTo>
                      <a:pt x="16470" y="6675"/>
                    </a:lnTo>
                    <a:lnTo>
                      <a:pt x="11791" y="14808"/>
                    </a:lnTo>
                    <a:lnTo>
                      <a:pt x="4081" y="14808"/>
                    </a:lnTo>
                    <a:lnTo>
                      <a:pt x="860" y="9167"/>
                    </a:lnTo>
                    <a:lnTo>
                      <a:pt x="0" y="10625"/>
                    </a:lnTo>
                    <a:lnTo>
                      <a:pt x="860" y="12082"/>
                    </a:lnTo>
                    <a:lnTo>
                      <a:pt x="3221" y="16265"/>
                    </a:lnTo>
                    <a:lnTo>
                      <a:pt x="12637" y="16265"/>
                    </a:lnTo>
                    <a:lnTo>
                      <a:pt x="17315" y="8133"/>
                    </a:lnTo>
                    <a:lnTo>
                      <a:pt x="21134" y="1458"/>
                    </a:lnTo>
                    <a:lnTo>
                      <a:pt x="28858" y="1458"/>
                    </a:lnTo>
                    <a:lnTo>
                      <a:pt x="32677" y="8133"/>
                    </a:lnTo>
                    <a:lnTo>
                      <a:pt x="28858" y="14808"/>
                    </a:lnTo>
                    <a:lnTo>
                      <a:pt x="21134" y="14808"/>
                    </a:lnTo>
                    <a:lnTo>
                      <a:pt x="17927" y="9167"/>
                    </a:lnTo>
                    <a:lnTo>
                      <a:pt x="17067" y="10625"/>
                    </a:lnTo>
                    <a:lnTo>
                      <a:pt x="17927" y="12082"/>
                    </a:lnTo>
                    <a:lnTo>
                      <a:pt x="20288" y="16265"/>
                    </a:lnTo>
                    <a:lnTo>
                      <a:pt x="29703" y="16265"/>
                    </a:lnTo>
                    <a:lnTo>
                      <a:pt x="34382" y="8133"/>
                    </a:lnTo>
                    <a:lnTo>
                      <a:pt x="29703" y="0"/>
                    </a:lnTo>
                    <a:close/>
                  </a:path>
                </a:pathLst>
              </a:custGeom>
              <a:solidFill>
                <a:srgbClr val="435D7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4" name="Google Shape;224;p32"/>
              <p:cNvSpPr/>
              <p:nvPr/>
            </p:nvSpPr>
            <p:spPr>
              <a:xfrm>
                <a:off x="7229098" y="3311904"/>
                <a:ext cx="762823" cy="377697"/>
              </a:xfrm>
              <a:custGeom>
                <a:avLst/>
                <a:gdLst/>
                <a:ahLst/>
                <a:cxnLst/>
                <a:rect l="l" t="t" r="r" b="b"/>
                <a:pathLst>
                  <a:path w="32852" h="16266" extrusionOk="0">
                    <a:moveTo>
                      <a:pt x="20347" y="0"/>
                    </a:moveTo>
                    <a:lnTo>
                      <a:pt x="16455" y="6675"/>
                    </a:lnTo>
                    <a:lnTo>
                      <a:pt x="11850" y="14808"/>
                    </a:lnTo>
                    <a:lnTo>
                      <a:pt x="4125" y="14808"/>
                    </a:lnTo>
                    <a:lnTo>
                      <a:pt x="846" y="9167"/>
                    </a:lnTo>
                    <a:lnTo>
                      <a:pt x="0" y="10625"/>
                    </a:lnTo>
                    <a:lnTo>
                      <a:pt x="846" y="12082"/>
                    </a:lnTo>
                    <a:lnTo>
                      <a:pt x="3280" y="16265"/>
                    </a:lnTo>
                    <a:lnTo>
                      <a:pt x="12695" y="16265"/>
                    </a:lnTo>
                    <a:lnTo>
                      <a:pt x="17315" y="8133"/>
                    </a:lnTo>
                    <a:lnTo>
                      <a:pt x="21134" y="1458"/>
                    </a:lnTo>
                    <a:lnTo>
                      <a:pt x="28902" y="1458"/>
                    </a:lnTo>
                    <a:lnTo>
                      <a:pt x="32065" y="6981"/>
                    </a:lnTo>
                    <a:lnTo>
                      <a:pt x="32852" y="5524"/>
                    </a:lnTo>
                    <a:lnTo>
                      <a:pt x="29703" y="0"/>
                    </a:lnTo>
                    <a:close/>
                  </a:path>
                </a:pathLst>
              </a:custGeom>
              <a:solidFill>
                <a:srgbClr val="435D7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220" name="Google Shape;220;p32"/>
            <p:cNvCxnSpPr/>
            <p:nvPr/>
          </p:nvCxnSpPr>
          <p:spPr>
            <a:xfrm rot="10800000">
              <a:off x="7411601" y="3158297"/>
              <a:ext cx="0" cy="170700"/>
            </a:xfrm>
            <a:prstGeom prst="straightConnector1">
              <a:avLst/>
            </a:prstGeom>
            <a:noFill/>
            <a:ln w="9525" cap="flat" cmpd="sng">
              <a:solidFill>
                <a:srgbClr val="A5B7C6"/>
              </a:solidFill>
              <a:prstDash val="solid"/>
              <a:round/>
              <a:headEnd type="none" w="med" len="med"/>
              <a:tailEnd type="diamond" w="med" len="med"/>
            </a:ln>
          </p:spPr>
        </p:cxnSp>
      </p:grpSp>
      <p:sp>
        <p:nvSpPr>
          <p:cNvPr id="225" name="Google Shape;225;p32"/>
          <p:cNvSpPr txBox="1"/>
          <p:nvPr/>
        </p:nvSpPr>
        <p:spPr>
          <a:xfrm>
            <a:off x="3812019" y="2108343"/>
            <a:ext cx="1141500" cy="8463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000" dirty="0">
                <a:solidFill>
                  <a:srgbClr val="FFFFFF"/>
                </a:solidFill>
                <a:latin typeface="Karla Light"/>
                <a:ea typeface="Karla Light"/>
                <a:cs typeface="Karla Light"/>
                <a:sym typeface="Karla Light"/>
              </a:rPr>
              <a:t>Servidor web de acceso público</a:t>
            </a:r>
            <a:endParaRPr sz="1200" dirty="0">
              <a:solidFill>
                <a:srgbClr val="FFFFFF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sp>
        <p:nvSpPr>
          <p:cNvPr id="226" name="Google Shape;226;p32"/>
          <p:cNvSpPr txBox="1"/>
          <p:nvPr/>
        </p:nvSpPr>
        <p:spPr>
          <a:xfrm>
            <a:off x="2848253" y="3862305"/>
            <a:ext cx="1234950" cy="8463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000" dirty="0">
                <a:solidFill>
                  <a:srgbClr val="FFFFFF"/>
                </a:solidFill>
                <a:latin typeface="Karla Light"/>
                <a:ea typeface="Karla Light"/>
                <a:cs typeface="Karla Light"/>
                <a:sym typeface="Karla Light"/>
              </a:rPr>
              <a:t>Historia clínica electrónica</a:t>
            </a:r>
            <a:endParaRPr sz="1000" dirty="0">
              <a:solidFill>
                <a:srgbClr val="FFFFFF"/>
              </a:solidFill>
              <a:latin typeface="Karla"/>
              <a:ea typeface="Karla"/>
              <a:cs typeface="Karla"/>
              <a:sym typeface="Karla"/>
            </a:endParaRPr>
          </a:p>
        </p:txBody>
      </p:sp>
      <p:sp>
        <p:nvSpPr>
          <p:cNvPr id="227" name="Google Shape;227;p32"/>
          <p:cNvSpPr/>
          <p:nvPr/>
        </p:nvSpPr>
        <p:spPr>
          <a:xfrm>
            <a:off x="4253124" y="3210091"/>
            <a:ext cx="348513" cy="349427"/>
          </a:xfrm>
          <a:custGeom>
            <a:avLst/>
            <a:gdLst/>
            <a:ahLst/>
            <a:cxnLst/>
            <a:rect l="l" t="t" r="r" b="b"/>
            <a:pathLst>
              <a:path w="11815" h="11846" extrusionOk="0">
                <a:moveTo>
                  <a:pt x="5829" y="693"/>
                </a:moveTo>
                <a:cubicBezTo>
                  <a:pt x="6238" y="693"/>
                  <a:pt x="6553" y="1008"/>
                  <a:pt x="6553" y="1418"/>
                </a:cubicBezTo>
                <a:cubicBezTo>
                  <a:pt x="6553" y="1796"/>
                  <a:pt x="6238" y="2111"/>
                  <a:pt x="5829" y="2111"/>
                </a:cubicBezTo>
                <a:cubicBezTo>
                  <a:pt x="5451" y="2111"/>
                  <a:pt x="5136" y="1796"/>
                  <a:pt x="5136" y="1418"/>
                </a:cubicBezTo>
                <a:cubicBezTo>
                  <a:pt x="5136" y="1008"/>
                  <a:pt x="5482" y="693"/>
                  <a:pt x="5829" y="693"/>
                </a:cubicBezTo>
                <a:close/>
                <a:moveTo>
                  <a:pt x="5829" y="2773"/>
                </a:moveTo>
                <a:cubicBezTo>
                  <a:pt x="6774" y="2773"/>
                  <a:pt x="7562" y="3560"/>
                  <a:pt x="7562" y="4568"/>
                </a:cubicBezTo>
                <a:lnTo>
                  <a:pt x="7562" y="4915"/>
                </a:lnTo>
                <a:lnTo>
                  <a:pt x="4096" y="4915"/>
                </a:lnTo>
                <a:lnTo>
                  <a:pt x="4096" y="4568"/>
                </a:lnTo>
                <a:cubicBezTo>
                  <a:pt x="4096" y="3560"/>
                  <a:pt x="4884" y="2773"/>
                  <a:pt x="5829" y="2773"/>
                </a:cubicBezTo>
                <a:close/>
                <a:moveTo>
                  <a:pt x="2363" y="6963"/>
                </a:moveTo>
                <a:cubicBezTo>
                  <a:pt x="2773" y="6963"/>
                  <a:pt x="3088" y="7278"/>
                  <a:pt x="3088" y="7656"/>
                </a:cubicBezTo>
                <a:cubicBezTo>
                  <a:pt x="3088" y="8065"/>
                  <a:pt x="2773" y="8380"/>
                  <a:pt x="2363" y="8380"/>
                </a:cubicBezTo>
                <a:cubicBezTo>
                  <a:pt x="1985" y="8380"/>
                  <a:pt x="1670" y="8065"/>
                  <a:pt x="1670" y="7656"/>
                </a:cubicBezTo>
                <a:cubicBezTo>
                  <a:pt x="1670" y="7278"/>
                  <a:pt x="1985" y="6963"/>
                  <a:pt x="2363" y="6963"/>
                </a:cubicBezTo>
                <a:close/>
                <a:moveTo>
                  <a:pt x="9357" y="6963"/>
                </a:moveTo>
                <a:cubicBezTo>
                  <a:pt x="9735" y="6963"/>
                  <a:pt x="10050" y="7278"/>
                  <a:pt x="10050" y="7656"/>
                </a:cubicBezTo>
                <a:cubicBezTo>
                  <a:pt x="10050" y="8065"/>
                  <a:pt x="9735" y="8380"/>
                  <a:pt x="9357" y="8380"/>
                </a:cubicBezTo>
                <a:cubicBezTo>
                  <a:pt x="8948" y="8380"/>
                  <a:pt x="8633" y="8065"/>
                  <a:pt x="8633" y="7656"/>
                </a:cubicBezTo>
                <a:cubicBezTo>
                  <a:pt x="8633" y="7278"/>
                  <a:pt x="8948" y="6963"/>
                  <a:pt x="9357" y="6963"/>
                </a:cubicBezTo>
                <a:close/>
                <a:moveTo>
                  <a:pt x="2363" y="9042"/>
                </a:moveTo>
                <a:cubicBezTo>
                  <a:pt x="3308" y="9042"/>
                  <a:pt x="4096" y="9830"/>
                  <a:pt x="4096" y="10806"/>
                </a:cubicBezTo>
                <a:lnTo>
                  <a:pt x="4096" y="11184"/>
                </a:lnTo>
                <a:lnTo>
                  <a:pt x="630" y="11184"/>
                </a:lnTo>
                <a:lnTo>
                  <a:pt x="630" y="10806"/>
                </a:lnTo>
                <a:cubicBezTo>
                  <a:pt x="630" y="9830"/>
                  <a:pt x="1418" y="9042"/>
                  <a:pt x="2363" y="9042"/>
                </a:cubicBezTo>
                <a:close/>
                <a:moveTo>
                  <a:pt x="9357" y="9042"/>
                </a:moveTo>
                <a:cubicBezTo>
                  <a:pt x="10302" y="9042"/>
                  <a:pt x="11090" y="9830"/>
                  <a:pt x="11090" y="10806"/>
                </a:cubicBezTo>
                <a:lnTo>
                  <a:pt x="11090" y="11184"/>
                </a:lnTo>
                <a:lnTo>
                  <a:pt x="7625" y="11184"/>
                </a:lnTo>
                <a:lnTo>
                  <a:pt x="7625" y="10806"/>
                </a:lnTo>
                <a:cubicBezTo>
                  <a:pt x="7625" y="9830"/>
                  <a:pt x="8412" y="9042"/>
                  <a:pt x="9357" y="9042"/>
                </a:cubicBezTo>
                <a:close/>
                <a:moveTo>
                  <a:pt x="5892" y="0"/>
                </a:moveTo>
                <a:cubicBezTo>
                  <a:pt x="5136" y="0"/>
                  <a:pt x="4506" y="630"/>
                  <a:pt x="4506" y="1355"/>
                </a:cubicBezTo>
                <a:cubicBezTo>
                  <a:pt x="4506" y="1733"/>
                  <a:pt x="4632" y="2016"/>
                  <a:pt x="4852" y="2300"/>
                </a:cubicBezTo>
                <a:cubicBezTo>
                  <a:pt x="4033" y="2710"/>
                  <a:pt x="3466" y="3529"/>
                  <a:pt x="3466" y="4505"/>
                </a:cubicBezTo>
                <a:lnTo>
                  <a:pt x="3466" y="5230"/>
                </a:lnTo>
                <a:cubicBezTo>
                  <a:pt x="3466" y="5419"/>
                  <a:pt x="3623" y="5577"/>
                  <a:pt x="3844" y="5577"/>
                </a:cubicBezTo>
                <a:lnTo>
                  <a:pt x="5577" y="5577"/>
                </a:lnTo>
                <a:lnTo>
                  <a:pt x="5577" y="7152"/>
                </a:lnTo>
                <a:lnTo>
                  <a:pt x="3875" y="8822"/>
                </a:lnTo>
                <a:cubicBezTo>
                  <a:pt x="3749" y="8696"/>
                  <a:pt x="3592" y="8601"/>
                  <a:pt x="3434" y="8569"/>
                </a:cubicBezTo>
                <a:cubicBezTo>
                  <a:pt x="3686" y="8349"/>
                  <a:pt x="3781" y="8034"/>
                  <a:pt x="3781" y="7624"/>
                </a:cubicBezTo>
                <a:cubicBezTo>
                  <a:pt x="3781" y="6868"/>
                  <a:pt x="3151" y="6238"/>
                  <a:pt x="2426" y="6238"/>
                </a:cubicBezTo>
                <a:cubicBezTo>
                  <a:pt x="1670" y="6238"/>
                  <a:pt x="1040" y="6868"/>
                  <a:pt x="1040" y="7624"/>
                </a:cubicBezTo>
                <a:cubicBezTo>
                  <a:pt x="1040" y="7971"/>
                  <a:pt x="1166" y="8286"/>
                  <a:pt x="1387" y="8569"/>
                </a:cubicBezTo>
                <a:cubicBezTo>
                  <a:pt x="567" y="8979"/>
                  <a:pt x="0" y="9798"/>
                  <a:pt x="0" y="10775"/>
                </a:cubicBezTo>
                <a:lnTo>
                  <a:pt x="0" y="11499"/>
                </a:lnTo>
                <a:cubicBezTo>
                  <a:pt x="0" y="11688"/>
                  <a:pt x="158" y="11846"/>
                  <a:pt x="378" y="11846"/>
                </a:cubicBezTo>
                <a:lnTo>
                  <a:pt x="4474" y="11846"/>
                </a:lnTo>
                <a:cubicBezTo>
                  <a:pt x="4663" y="11846"/>
                  <a:pt x="4821" y="11688"/>
                  <a:pt x="4821" y="11499"/>
                </a:cubicBezTo>
                <a:lnTo>
                  <a:pt x="4821" y="10775"/>
                </a:lnTo>
                <a:cubicBezTo>
                  <a:pt x="4821" y="10239"/>
                  <a:pt x="4632" y="9704"/>
                  <a:pt x="4348" y="9326"/>
                </a:cubicBezTo>
                <a:lnTo>
                  <a:pt x="5860" y="7782"/>
                </a:lnTo>
                <a:lnTo>
                  <a:pt x="7404" y="9326"/>
                </a:lnTo>
                <a:cubicBezTo>
                  <a:pt x="7089" y="9704"/>
                  <a:pt x="6931" y="10239"/>
                  <a:pt x="6931" y="10775"/>
                </a:cubicBezTo>
                <a:lnTo>
                  <a:pt x="6931" y="11499"/>
                </a:lnTo>
                <a:cubicBezTo>
                  <a:pt x="6931" y="11688"/>
                  <a:pt x="7089" y="11846"/>
                  <a:pt x="7309" y="11846"/>
                </a:cubicBezTo>
                <a:lnTo>
                  <a:pt x="11468" y="11846"/>
                </a:lnTo>
                <a:cubicBezTo>
                  <a:pt x="11657" y="11846"/>
                  <a:pt x="11815" y="11688"/>
                  <a:pt x="11815" y="11499"/>
                </a:cubicBezTo>
                <a:lnTo>
                  <a:pt x="11815" y="10775"/>
                </a:lnTo>
                <a:cubicBezTo>
                  <a:pt x="11783" y="9830"/>
                  <a:pt x="11185" y="8979"/>
                  <a:pt x="10365" y="8569"/>
                </a:cubicBezTo>
                <a:cubicBezTo>
                  <a:pt x="10586" y="8349"/>
                  <a:pt x="10712" y="8034"/>
                  <a:pt x="10712" y="7624"/>
                </a:cubicBezTo>
                <a:cubicBezTo>
                  <a:pt x="10712" y="6868"/>
                  <a:pt x="10082" y="6238"/>
                  <a:pt x="9357" y="6238"/>
                </a:cubicBezTo>
                <a:cubicBezTo>
                  <a:pt x="8601" y="6238"/>
                  <a:pt x="7971" y="6868"/>
                  <a:pt x="7971" y="7624"/>
                </a:cubicBezTo>
                <a:cubicBezTo>
                  <a:pt x="7971" y="7971"/>
                  <a:pt x="8097" y="8286"/>
                  <a:pt x="8318" y="8569"/>
                </a:cubicBezTo>
                <a:cubicBezTo>
                  <a:pt x="8160" y="8664"/>
                  <a:pt x="8034" y="8727"/>
                  <a:pt x="7877" y="8822"/>
                </a:cubicBezTo>
                <a:lnTo>
                  <a:pt x="6207" y="7152"/>
                </a:lnTo>
                <a:lnTo>
                  <a:pt x="6207" y="5577"/>
                </a:lnTo>
                <a:lnTo>
                  <a:pt x="7940" y="5577"/>
                </a:lnTo>
                <a:cubicBezTo>
                  <a:pt x="8129" y="5577"/>
                  <a:pt x="8286" y="5419"/>
                  <a:pt x="8286" y="5230"/>
                </a:cubicBezTo>
                <a:lnTo>
                  <a:pt x="8286" y="4505"/>
                </a:lnTo>
                <a:cubicBezTo>
                  <a:pt x="8286" y="3529"/>
                  <a:pt x="7688" y="2710"/>
                  <a:pt x="6900" y="2300"/>
                </a:cubicBezTo>
                <a:cubicBezTo>
                  <a:pt x="7152" y="2080"/>
                  <a:pt x="7246" y="1764"/>
                  <a:pt x="7246" y="1355"/>
                </a:cubicBezTo>
                <a:cubicBezTo>
                  <a:pt x="7246" y="630"/>
                  <a:pt x="6616" y="0"/>
                  <a:pt x="5892" y="0"/>
                </a:cubicBezTo>
                <a:close/>
              </a:path>
            </a:pathLst>
          </a:custGeom>
          <a:solidFill>
            <a:srgbClr val="51AFD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51AFDB"/>
              </a:solidFill>
            </a:endParaRPr>
          </a:p>
        </p:txBody>
      </p:sp>
      <p:grpSp>
        <p:nvGrpSpPr>
          <p:cNvPr id="228" name="Google Shape;228;p32"/>
          <p:cNvGrpSpPr/>
          <p:nvPr/>
        </p:nvGrpSpPr>
        <p:grpSpPr>
          <a:xfrm>
            <a:off x="3234031" y="3218582"/>
            <a:ext cx="356946" cy="332464"/>
            <a:chOff x="-25477800" y="2357750"/>
            <a:chExt cx="298525" cy="278050"/>
          </a:xfrm>
        </p:grpSpPr>
        <p:sp>
          <p:nvSpPr>
            <p:cNvPr id="229" name="Google Shape;229;p32"/>
            <p:cNvSpPr/>
            <p:nvPr/>
          </p:nvSpPr>
          <p:spPr>
            <a:xfrm>
              <a:off x="-25477800" y="2357750"/>
              <a:ext cx="298525" cy="278050"/>
            </a:xfrm>
            <a:custGeom>
              <a:avLst/>
              <a:gdLst/>
              <a:ahLst/>
              <a:cxnLst/>
              <a:rect l="l" t="t" r="r" b="b"/>
              <a:pathLst>
                <a:path w="11941" h="11122" extrusionOk="0">
                  <a:moveTo>
                    <a:pt x="7057" y="1229"/>
                  </a:moveTo>
                  <a:lnTo>
                    <a:pt x="7971" y="2143"/>
                  </a:lnTo>
                  <a:lnTo>
                    <a:pt x="7057" y="2143"/>
                  </a:lnTo>
                  <a:lnTo>
                    <a:pt x="7057" y="1229"/>
                  </a:lnTo>
                  <a:close/>
                  <a:moveTo>
                    <a:pt x="6333" y="756"/>
                  </a:moveTo>
                  <a:lnTo>
                    <a:pt x="6333" y="2489"/>
                  </a:lnTo>
                  <a:cubicBezTo>
                    <a:pt x="6333" y="2678"/>
                    <a:pt x="6490" y="2836"/>
                    <a:pt x="6679" y="2836"/>
                  </a:cubicBezTo>
                  <a:lnTo>
                    <a:pt x="8412" y="2836"/>
                  </a:lnTo>
                  <a:lnTo>
                    <a:pt x="8412" y="4946"/>
                  </a:lnTo>
                  <a:lnTo>
                    <a:pt x="7593" y="4946"/>
                  </a:lnTo>
                  <a:lnTo>
                    <a:pt x="7215" y="4096"/>
                  </a:lnTo>
                  <a:cubicBezTo>
                    <a:pt x="7026" y="3749"/>
                    <a:pt x="6648" y="3529"/>
                    <a:pt x="6270" y="3529"/>
                  </a:cubicBezTo>
                  <a:lnTo>
                    <a:pt x="3245" y="3529"/>
                  </a:lnTo>
                  <a:cubicBezTo>
                    <a:pt x="3119" y="3529"/>
                    <a:pt x="2993" y="3560"/>
                    <a:pt x="2867" y="3592"/>
                  </a:cubicBezTo>
                  <a:lnTo>
                    <a:pt x="2867" y="756"/>
                  </a:lnTo>
                  <a:close/>
                  <a:moveTo>
                    <a:pt x="10901" y="6994"/>
                  </a:moveTo>
                  <a:cubicBezTo>
                    <a:pt x="11027" y="6994"/>
                    <a:pt x="11090" y="7026"/>
                    <a:pt x="11184" y="7089"/>
                  </a:cubicBezTo>
                  <a:cubicBezTo>
                    <a:pt x="11247" y="7183"/>
                    <a:pt x="11247" y="7246"/>
                    <a:pt x="11247" y="7372"/>
                  </a:cubicBezTo>
                  <a:lnTo>
                    <a:pt x="10995" y="9105"/>
                  </a:lnTo>
                  <a:lnTo>
                    <a:pt x="10428" y="6994"/>
                  </a:lnTo>
                  <a:close/>
                  <a:moveTo>
                    <a:pt x="6270" y="4190"/>
                  </a:moveTo>
                  <a:cubicBezTo>
                    <a:pt x="6364" y="4190"/>
                    <a:pt x="6490" y="4253"/>
                    <a:pt x="6585" y="4379"/>
                  </a:cubicBezTo>
                  <a:lnTo>
                    <a:pt x="7089" y="5356"/>
                  </a:lnTo>
                  <a:cubicBezTo>
                    <a:pt x="7120" y="5482"/>
                    <a:pt x="7278" y="5577"/>
                    <a:pt x="7404" y="5577"/>
                  </a:cubicBezTo>
                  <a:lnTo>
                    <a:pt x="9105" y="5577"/>
                  </a:lnTo>
                  <a:cubicBezTo>
                    <a:pt x="9262" y="5577"/>
                    <a:pt x="9420" y="5671"/>
                    <a:pt x="9452" y="5829"/>
                  </a:cubicBezTo>
                  <a:lnTo>
                    <a:pt x="10586" y="10397"/>
                  </a:lnTo>
                  <a:lnTo>
                    <a:pt x="2205" y="10397"/>
                  </a:lnTo>
                  <a:lnTo>
                    <a:pt x="2205" y="10460"/>
                  </a:lnTo>
                  <a:cubicBezTo>
                    <a:pt x="2048" y="10460"/>
                    <a:pt x="1890" y="10334"/>
                    <a:pt x="1859" y="10176"/>
                  </a:cubicBezTo>
                  <a:lnTo>
                    <a:pt x="788" y="5986"/>
                  </a:lnTo>
                  <a:cubicBezTo>
                    <a:pt x="756" y="5892"/>
                    <a:pt x="788" y="5797"/>
                    <a:pt x="851" y="5734"/>
                  </a:cubicBezTo>
                  <a:cubicBezTo>
                    <a:pt x="945" y="5640"/>
                    <a:pt x="1008" y="5608"/>
                    <a:pt x="1134" y="5608"/>
                  </a:cubicBezTo>
                  <a:lnTo>
                    <a:pt x="2520" y="5608"/>
                  </a:lnTo>
                  <a:cubicBezTo>
                    <a:pt x="2709" y="5608"/>
                    <a:pt x="2867" y="5451"/>
                    <a:pt x="2867" y="5262"/>
                  </a:cubicBezTo>
                  <a:lnTo>
                    <a:pt x="2867" y="4537"/>
                  </a:lnTo>
                  <a:cubicBezTo>
                    <a:pt x="2867" y="4348"/>
                    <a:pt x="3025" y="4190"/>
                    <a:pt x="3214" y="4190"/>
                  </a:cubicBezTo>
                  <a:close/>
                  <a:moveTo>
                    <a:pt x="2489" y="0"/>
                  </a:moveTo>
                  <a:cubicBezTo>
                    <a:pt x="2268" y="0"/>
                    <a:pt x="2111" y="158"/>
                    <a:pt x="2111" y="378"/>
                  </a:cubicBezTo>
                  <a:lnTo>
                    <a:pt x="2111" y="4537"/>
                  </a:lnTo>
                  <a:lnTo>
                    <a:pt x="2111" y="4883"/>
                  </a:lnTo>
                  <a:lnTo>
                    <a:pt x="1103" y="4883"/>
                  </a:lnTo>
                  <a:cubicBezTo>
                    <a:pt x="788" y="4883"/>
                    <a:pt x="473" y="5041"/>
                    <a:pt x="284" y="5293"/>
                  </a:cubicBezTo>
                  <a:cubicBezTo>
                    <a:pt x="63" y="5514"/>
                    <a:pt x="0" y="5829"/>
                    <a:pt x="63" y="6144"/>
                  </a:cubicBezTo>
                  <a:lnTo>
                    <a:pt x="1134" y="10334"/>
                  </a:lnTo>
                  <a:cubicBezTo>
                    <a:pt x="1260" y="10806"/>
                    <a:pt x="1701" y="11121"/>
                    <a:pt x="2174" y="11121"/>
                  </a:cubicBezTo>
                  <a:lnTo>
                    <a:pt x="10995" y="11121"/>
                  </a:lnTo>
                  <a:cubicBezTo>
                    <a:pt x="11153" y="11121"/>
                    <a:pt x="11310" y="10995"/>
                    <a:pt x="11342" y="10838"/>
                  </a:cubicBezTo>
                  <a:lnTo>
                    <a:pt x="11877" y="7467"/>
                  </a:lnTo>
                  <a:cubicBezTo>
                    <a:pt x="11940" y="7152"/>
                    <a:pt x="11846" y="6868"/>
                    <a:pt x="11657" y="6616"/>
                  </a:cubicBezTo>
                  <a:cubicBezTo>
                    <a:pt x="11499" y="6427"/>
                    <a:pt x="11216" y="6301"/>
                    <a:pt x="10901" y="6301"/>
                  </a:cubicBezTo>
                  <a:lnTo>
                    <a:pt x="10239" y="6301"/>
                  </a:lnTo>
                  <a:lnTo>
                    <a:pt x="10082" y="5734"/>
                  </a:lnTo>
                  <a:cubicBezTo>
                    <a:pt x="9956" y="5262"/>
                    <a:pt x="9578" y="4946"/>
                    <a:pt x="9105" y="4883"/>
                  </a:cubicBezTo>
                  <a:lnTo>
                    <a:pt x="9105" y="2458"/>
                  </a:lnTo>
                  <a:cubicBezTo>
                    <a:pt x="9105" y="2363"/>
                    <a:pt x="9042" y="2269"/>
                    <a:pt x="8979" y="2206"/>
                  </a:cubicBezTo>
                  <a:lnTo>
                    <a:pt x="6900" y="126"/>
                  </a:lnTo>
                  <a:cubicBezTo>
                    <a:pt x="6805" y="63"/>
                    <a:pt x="6742" y="0"/>
                    <a:pt x="6648" y="0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51AFDB"/>
                </a:solidFill>
              </a:endParaRPr>
            </a:p>
          </p:txBody>
        </p:sp>
        <p:sp>
          <p:nvSpPr>
            <p:cNvPr id="230" name="Google Shape;230;p32"/>
            <p:cNvSpPr/>
            <p:nvPr/>
          </p:nvSpPr>
          <p:spPr>
            <a:xfrm>
              <a:off x="-25388025" y="2514850"/>
              <a:ext cx="104000" cy="88650"/>
            </a:xfrm>
            <a:custGeom>
              <a:avLst/>
              <a:gdLst/>
              <a:ahLst/>
              <a:cxnLst/>
              <a:rect l="l" t="t" r="r" b="b"/>
              <a:pathLst>
                <a:path w="4160" h="3546" extrusionOk="0">
                  <a:moveTo>
                    <a:pt x="1752" y="1"/>
                  </a:moveTo>
                  <a:cubicBezTo>
                    <a:pt x="1716" y="1"/>
                    <a:pt x="1678" y="6"/>
                    <a:pt x="1639" y="17"/>
                  </a:cubicBezTo>
                  <a:cubicBezTo>
                    <a:pt x="1450" y="80"/>
                    <a:pt x="1324" y="269"/>
                    <a:pt x="1418" y="458"/>
                  </a:cubicBezTo>
                  <a:lnTo>
                    <a:pt x="1639" y="1403"/>
                  </a:lnTo>
                  <a:lnTo>
                    <a:pt x="347" y="1403"/>
                  </a:lnTo>
                  <a:cubicBezTo>
                    <a:pt x="158" y="1403"/>
                    <a:pt x="1" y="1561"/>
                    <a:pt x="1" y="1750"/>
                  </a:cubicBezTo>
                  <a:cubicBezTo>
                    <a:pt x="1" y="1970"/>
                    <a:pt x="158" y="2128"/>
                    <a:pt x="347" y="2128"/>
                  </a:cubicBezTo>
                  <a:lnTo>
                    <a:pt x="1796" y="2128"/>
                  </a:lnTo>
                  <a:lnTo>
                    <a:pt x="2080" y="3262"/>
                  </a:lnTo>
                  <a:cubicBezTo>
                    <a:pt x="2111" y="3420"/>
                    <a:pt x="2269" y="3546"/>
                    <a:pt x="2426" y="3546"/>
                  </a:cubicBezTo>
                  <a:lnTo>
                    <a:pt x="2521" y="3546"/>
                  </a:lnTo>
                  <a:cubicBezTo>
                    <a:pt x="2710" y="3483"/>
                    <a:pt x="2836" y="3294"/>
                    <a:pt x="2742" y="3105"/>
                  </a:cubicBezTo>
                  <a:lnTo>
                    <a:pt x="2521" y="2159"/>
                  </a:lnTo>
                  <a:lnTo>
                    <a:pt x="3813" y="2159"/>
                  </a:lnTo>
                  <a:cubicBezTo>
                    <a:pt x="4002" y="2159"/>
                    <a:pt x="4159" y="2002"/>
                    <a:pt x="4159" y="1813"/>
                  </a:cubicBezTo>
                  <a:cubicBezTo>
                    <a:pt x="4159" y="1561"/>
                    <a:pt x="4002" y="1403"/>
                    <a:pt x="3813" y="1403"/>
                  </a:cubicBezTo>
                  <a:lnTo>
                    <a:pt x="2363" y="1403"/>
                  </a:lnTo>
                  <a:lnTo>
                    <a:pt x="2080" y="269"/>
                  </a:lnTo>
                  <a:cubicBezTo>
                    <a:pt x="2054" y="114"/>
                    <a:pt x="1921" y="1"/>
                    <a:pt x="1752" y="1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51AFDB"/>
                </a:solidFill>
              </a:endParaRPr>
            </a:p>
          </p:txBody>
        </p:sp>
      </p:grpSp>
      <p:grpSp>
        <p:nvGrpSpPr>
          <p:cNvPr id="231" name="Google Shape;231;p32"/>
          <p:cNvGrpSpPr/>
          <p:nvPr/>
        </p:nvGrpSpPr>
        <p:grpSpPr>
          <a:xfrm>
            <a:off x="5163744" y="3269428"/>
            <a:ext cx="356020" cy="230770"/>
            <a:chOff x="-27728850" y="2382950"/>
            <a:chExt cx="297750" cy="193000"/>
          </a:xfrm>
        </p:grpSpPr>
        <p:sp>
          <p:nvSpPr>
            <p:cNvPr id="232" name="Google Shape;232;p32"/>
            <p:cNvSpPr/>
            <p:nvPr/>
          </p:nvSpPr>
          <p:spPr>
            <a:xfrm>
              <a:off x="-27606750" y="2453825"/>
              <a:ext cx="35450" cy="35475"/>
            </a:xfrm>
            <a:custGeom>
              <a:avLst/>
              <a:gdLst/>
              <a:ahLst/>
              <a:cxnLst/>
              <a:rect l="l" t="t" r="r" b="b"/>
              <a:pathLst>
                <a:path w="1418" h="1419" extrusionOk="0">
                  <a:moveTo>
                    <a:pt x="725" y="1"/>
                  </a:moveTo>
                  <a:cubicBezTo>
                    <a:pt x="315" y="1"/>
                    <a:pt x="0" y="316"/>
                    <a:pt x="0" y="694"/>
                  </a:cubicBezTo>
                  <a:cubicBezTo>
                    <a:pt x="0" y="1103"/>
                    <a:pt x="315" y="1419"/>
                    <a:pt x="725" y="1419"/>
                  </a:cubicBezTo>
                  <a:cubicBezTo>
                    <a:pt x="1103" y="1419"/>
                    <a:pt x="1418" y="1103"/>
                    <a:pt x="1418" y="694"/>
                  </a:cubicBezTo>
                  <a:cubicBezTo>
                    <a:pt x="1418" y="316"/>
                    <a:pt x="1103" y="1"/>
                    <a:pt x="725" y="1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51AFDB"/>
                </a:solidFill>
              </a:endParaRPr>
            </a:p>
          </p:txBody>
        </p:sp>
        <p:sp>
          <p:nvSpPr>
            <p:cNvPr id="233" name="Google Shape;233;p32"/>
            <p:cNvSpPr/>
            <p:nvPr/>
          </p:nvSpPr>
          <p:spPr>
            <a:xfrm>
              <a:off x="-27728850" y="2382950"/>
              <a:ext cx="297750" cy="193000"/>
            </a:xfrm>
            <a:custGeom>
              <a:avLst/>
              <a:gdLst/>
              <a:ahLst/>
              <a:cxnLst/>
              <a:rect l="l" t="t" r="r" b="b"/>
              <a:pathLst>
                <a:path w="11910" h="7720" extrusionOk="0">
                  <a:moveTo>
                    <a:pt x="5955" y="756"/>
                  </a:moveTo>
                  <a:cubicBezTo>
                    <a:pt x="7405" y="756"/>
                    <a:pt x="8791" y="1670"/>
                    <a:pt x="9673" y="2426"/>
                  </a:cubicBezTo>
                  <a:cubicBezTo>
                    <a:pt x="10335" y="3025"/>
                    <a:pt x="10839" y="3592"/>
                    <a:pt x="11091" y="3938"/>
                  </a:cubicBezTo>
                  <a:cubicBezTo>
                    <a:pt x="10524" y="4632"/>
                    <a:pt x="8413" y="7026"/>
                    <a:pt x="5955" y="7026"/>
                  </a:cubicBezTo>
                  <a:cubicBezTo>
                    <a:pt x="4506" y="7026"/>
                    <a:pt x="3120" y="6144"/>
                    <a:pt x="2269" y="5388"/>
                  </a:cubicBezTo>
                  <a:cubicBezTo>
                    <a:pt x="1576" y="4789"/>
                    <a:pt x="1072" y="4190"/>
                    <a:pt x="852" y="3875"/>
                  </a:cubicBezTo>
                  <a:cubicBezTo>
                    <a:pt x="1419" y="3182"/>
                    <a:pt x="3529" y="788"/>
                    <a:pt x="5955" y="756"/>
                  </a:cubicBezTo>
                  <a:close/>
                  <a:moveTo>
                    <a:pt x="5955" y="0"/>
                  </a:moveTo>
                  <a:cubicBezTo>
                    <a:pt x="5199" y="0"/>
                    <a:pt x="4412" y="189"/>
                    <a:pt x="3624" y="567"/>
                  </a:cubicBezTo>
                  <a:cubicBezTo>
                    <a:pt x="2994" y="882"/>
                    <a:pt x="2364" y="1324"/>
                    <a:pt x="1797" y="1828"/>
                  </a:cubicBezTo>
                  <a:cubicBezTo>
                    <a:pt x="757" y="2741"/>
                    <a:pt x="127" y="3623"/>
                    <a:pt x="95" y="3655"/>
                  </a:cubicBezTo>
                  <a:cubicBezTo>
                    <a:pt x="1" y="3781"/>
                    <a:pt x="1" y="3938"/>
                    <a:pt x="95" y="4033"/>
                  </a:cubicBezTo>
                  <a:cubicBezTo>
                    <a:pt x="127" y="4096"/>
                    <a:pt x="757" y="4978"/>
                    <a:pt x="1797" y="5860"/>
                  </a:cubicBezTo>
                  <a:cubicBezTo>
                    <a:pt x="2427" y="6396"/>
                    <a:pt x="2994" y="6805"/>
                    <a:pt x="3624" y="7120"/>
                  </a:cubicBezTo>
                  <a:cubicBezTo>
                    <a:pt x="4412" y="7499"/>
                    <a:pt x="5199" y="7719"/>
                    <a:pt x="5955" y="7719"/>
                  </a:cubicBezTo>
                  <a:cubicBezTo>
                    <a:pt x="6711" y="7719"/>
                    <a:pt x="7499" y="7499"/>
                    <a:pt x="8287" y="7120"/>
                  </a:cubicBezTo>
                  <a:cubicBezTo>
                    <a:pt x="8917" y="6805"/>
                    <a:pt x="9547" y="6364"/>
                    <a:pt x="10145" y="5860"/>
                  </a:cubicBezTo>
                  <a:cubicBezTo>
                    <a:pt x="11154" y="4947"/>
                    <a:pt x="11784" y="4096"/>
                    <a:pt x="11815" y="4033"/>
                  </a:cubicBezTo>
                  <a:cubicBezTo>
                    <a:pt x="11910" y="3938"/>
                    <a:pt x="11910" y="3781"/>
                    <a:pt x="11815" y="3655"/>
                  </a:cubicBezTo>
                  <a:cubicBezTo>
                    <a:pt x="11784" y="3623"/>
                    <a:pt x="11154" y="2710"/>
                    <a:pt x="10145" y="1828"/>
                  </a:cubicBezTo>
                  <a:cubicBezTo>
                    <a:pt x="9515" y="1292"/>
                    <a:pt x="8917" y="882"/>
                    <a:pt x="8287" y="567"/>
                  </a:cubicBezTo>
                  <a:cubicBezTo>
                    <a:pt x="7499" y="189"/>
                    <a:pt x="6711" y="0"/>
                    <a:pt x="5955" y="0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51AFDB"/>
                </a:solidFill>
              </a:endParaRPr>
            </a:p>
          </p:txBody>
        </p:sp>
        <p:sp>
          <p:nvSpPr>
            <p:cNvPr id="234" name="Google Shape;234;p32"/>
            <p:cNvSpPr/>
            <p:nvPr/>
          </p:nvSpPr>
          <p:spPr>
            <a:xfrm>
              <a:off x="-27640625" y="2419175"/>
              <a:ext cx="122100" cy="122100"/>
            </a:xfrm>
            <a:custGeom>
              <a:avLst/>
              <a:gdLst/>
              <a:ahLst/>
              <a:cxnLst/>
              <a:rect l="l" t="t" r="r" b="b"/>
              <a:pathLst>
                <a:path w="4884" h="4884" extrusionOk="0">
                  <a:moveTo>
                    <a:pt x="2426" y="694"/>
                  </a:moveTo>
                  <a:cubicBezTo>
                    <a:pt x="3403" y="694"/>
                    <a:pt x="4159" y="1481"/>
                    <a:pt x="4159" y="2426"/>
                  </a:cubicBezTo>
                  <a:cubicBezTo>
                    <a:pt x="4159" y="3372"/>
                    <a:pt x="3371" y="4159"/>
                    <a:pt x="2426" y="4159"/>
                  </a:cubicBezTo>
                  <a:cubicBezTo>
                    <a:pt x="1481" y="4159"/>
                    <a:pt x="694" y="3372"/>
                    <a:pt x="694" y="2426"/>
                  </a:cubicBezTo>
                  <a:cubicBezTo>
                    <a:pt x="694" y="1481"/>
                    <a:pt x="1481" y="694"/>
                    <a:pt x="2426" y="694"/>
                  </a:cubicBezTo>
                  <a:close/>
                  <a:moveTo>
                    <a:pt x="2426" y="1"/>
                  </a:moveTo>
                  <a:cubicBezTo>
                    <a:pt x="1103" y="1"/>
                    <a:pt x="0" y="1103"/>
                    <a:pt x="0" y="2426"/>
                  </a:cubicBezTo>
                  <a:cubicBezTo>
                    <a:pt x="0" y="3781"/>
                    <a:pt x="1103" y="4884"/>
                    <a:pt x="2426" y="4884"/>
                  </a:cubicBezTo>
                  <a:cubicBezTo>
                    <a:pt x="3781" y="4884"/>
                    <a:pt x="4884" y="3781"/>
                    <a:pt x="4884" y="2426"/>
                  </a:cubicBezTo>
                  <a:cubicBezTo>
                    <a:pt x="4884" y="1103"/>
                    <a:pt x="3781" y="1"/>
                    <a:pt x="2426" y="1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51AFDB"/>
                </a:solidFill>
              </a:endParaRPr>
            </a:p>
          </p:txBody>
        </p:sp>
      </p:grpSp>
      <p:sp>
        <p:nvSpPr>
          <p:cNvPr id="235" name="Google Shape;235;p32"/>
          <p:cNvSpPr txBox="1"/>
          <p:nvPr/>
        </p:nvSpPr>
        <p:spPr>
          <a:xfrm>
            <a:off x="5676432" y="2149337"/>
            <a:ext cx="1166975" cy="8463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000" dirty="0">
                <a:solidFill>
                  <a:srgbClr val="FFFFFF"/>
                </a:solidFill>
                <a:latin typeface="Karla Light"/>
                <a:ea typeface="Karla Light"/>
                <a:cs typeface="Karla Light"/>
                <a:sym typeface="Karla Light"/>
              </a:rPr>
              <a:t>Conexión básica a Internet</a:t>
            </a:r>
            <a:endParaRPr sz="1200" dirty="0">
              <a:solidFill>
                <a:srgbClr val="FFFFFF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grpSp>
        <p:nvGrpSpPr>
          <p:cNvPr id="236" name="Google Shape;236;p32"/>
          <p:cNvGrpSpPr/>
          <p:nvPr/>
        </p:nvGrpSpPr>
        <p:grpSpPr>
          <a:xfrm>
            <a:off x="6124530" y="3241648"/>
            <a:ext cx="350707" cy="286336"/>
            <a:chOff x="2144809" y="2741072"/>
            <a:chExt cx="330950" cy="270205"/>
          </a:xfrm>
        </p:grpSpPr>
        <p:sp>
          <p:nvSpPr>
            <p:cNvPr id="237" name="Google Shape;237;p32"/>
            <p:cNvSpPr/>
            <p:nvPr/>
          </p:nvSpPr>
          <p:spPr>
            <a:xfrm>
              <a:off x="2144809" y="2759187"/>
              <a:ext cx="330950" cy="252090"/>
            </a:xfrm>
            <a:custGeom>
              <a:avLst/>
              <a:gdLst/>
              <a:ahLst/>
              <a:cxnLst/>
              <a:rect l="l" t="t" r="r" b="b"/>
              <a:pathLst>
                <a:path w="9153" h="6972" extrusionOk="0">
                  <a:moveTo>
                    <a:pt x="4846" y="3218"/>
                  </a:moveTo>
                  <a:lnTo>
                    <a:pt x="4846" y="4290"/>
                  </a:lnTo>
                  <a:lnTo>
                    <a:pt x="4309" y="4290"/>
                  </a:lnTo>
                  <a:lnTo>
                    <a:pt x="4309" y="3218"/>
                  </a:lnTo>
                  <a:close/>
                  <a:moveTo>
                    <a:pt x="7812" y="4826"/>
                  </a:moveTo>
                  <a:cubicBezTo>
                    <a:pt x="8256" y="4826"/>
                    <a:pt x="8617" y="5188"/>
                    <a:pt x="8617" y="5631"/>
                  </a:cubicBezTo>
                  <a:cubicBezTo>
                    <a:pt x="8617" y="6075"/>
                    <a:pt x="8256" y="6436"/>
                    <a:pt x="7812" y="6436"/>
                  </a:cubicBezTo>
                  <a:lnTo>
                    <a:pt x="1342" y="6436"/>
                  </a:lnTo>
                  <a:cubicBezTo>
                    <a:pt x="898" y="6436"/>
                    <a:pt x="537" y="6075"/>
                    <a:pt x="537" y="5631"/>
                  </a:cubicBezTo>
                  <a:cubicBezTo>
                    <a:pt x="537" y="5188"/>
                    <a:pt x="898" y="4826"/>
                    <a:pt x="1342" y="4826"/>
                  </a:cubicBezTo>
                  <a:close/>
                  <a:moveTo>
                    <a:pt x="4309" y="1"/>
                  </a:moveTo>
                  <a:lnTo>
                    <a:pt x="4309" y="2682"/>
                  </a:lnTo>
                  <a:lnTo>
                    <a:pt x="3772" y="2682"/>
                  </a:lnTo>
                  <a:lnTo>
                    <a:pt x="3772" y="4290"/>
                  </a:lnTo>
                  <a:lnTo>
                    <a:pt x="1342" y="4290"/>
                  </a:lnTo>
                  <a:cubicBezTo>
                    <a:pt x="602" y="4290"/>
                    <a:pt x="0" y="4892"/>
                    <a:pt x="0" y="5631"/>
                  </a:cubicBezTo>
                  <a:cubicBezTo>
                    <a:pt x="0" y="6370"/>
                    <a:pt x="602" y="6972"/>
                    <a:pt x="1342" y="6972"/>
                  </a:cubicBezTo>
                  <a:lnTo>
                    <a:pt x="7812" y="6972"/>
                  </a:lnTo>
                  <a:cubicBezTo>
                    <a:pt x="8552" y="6972"/>
                    <a:pt x="9153" y="6370"/>
                    <a:pt x="9153" y="5631"/>
                  </a:cubicBezTo>
                  <a:cubicBezTo>
                    <a:pt x="9153" y="4892"/>
                    <a:pt x="8552" y="4290"/>
                    <a:pt x="7812" y="4290"/>
                  </a:cubicBezTo>
                  <a:lnTo>
                    <a:pt x="5382" y="4290"/>
                  </a:lnTo>
                  <a:lnTo>
                    <a:pt x="5382" y="2682"/>
                  </a:lnTo>
                  <a:lnTo>
                    <a:pt x="4846" y="2682"/>
                  </a:lnTo>
                  <a:lnTo>
                    <a:pt x="4846" y="1"/>
                  </a:ln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51AFDB"/>
                </a:solidFill>
              </a:endParaRPr>
            </a:p>
          </p:txBody>
        </p:sp>
        <p:sp>
          <p:nvSpPr>
            <p:cNvPr id="238" name="Google Shape;238;p32"/>
            <p:cNvSpPr/>
            <p:nvPr/>
          </p:nvSpPr>
          <p:spPr>
            <a:xfrm>
              <a:off x="2397767" y="2741072"/>
              <a:ext cx="38580" cy="133240"/>
            </a:xfrm>
            <a:custGeom>
              <a:avLst/>
              <a:gdLst/>
              <a:ahLst/>
              <a:cxnLst/>
              <a:rect l="l" t="t" r="r" b="b"/>
              <a:pathLst>
                <a:path w="1067" h="3685" extrusionOk="0">
                  <a:moveTo>
                    <a:pt x="419" y="0"/>
                  </a:moveTo>
                  <a:lnTo>
                    <a:pt x="1" y="336"/>
                  </a:lnTo>
                  <a:cubicBezTo>
                    <a:pt x="348" y="768"/>
                    <a:pt x="530" y="1288"/>
                    <a:pt x="530" y="1842"/>
                  </a:cubicBezTo>
                  <a:cubicBezTo>
                    <a:pt x="530" y="2395"/>
                    <a:pt x="348" y="2917"/>
                    <a:pt x="1" y="3349"/>
                  </a:cubicBezTo>
                  <a:lnTo>
                    <a:pt x="419" y="3684"/>
                  </a:lnTo>
                  <a:cubicBezTo>
                    <a:pt x="836" y="3163"/>
                    <a:pt x="1067" y="2509"/>
                    <a:pt x="1067" y="1842"/>
                  </a:cubicBezTo>
                  <a:cubicBezTo>
                    <a:pt x="1067" y="1175"/>
                    <a:pt x="836" y="521"/>
                    <a:pt x="419" y="0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51AFDB"/>
                </a:solidFill>
              </a:endParaRPr>
            </a:p>
          </p:txBody>
        </p:sp>
        <p:sp>
          <p:nvSpPr>
            <p:cNvPr id="239" name="Google Shape;239;p32"/>
            <p:cNvSpPr/>
            <p:nvPr/>
          </p:nvSpPr>
          <p:spPr>
            <a:xfrm>
              <a:off x="2367503" y="2765298"/>
              <a:ext cx="30047" cy="84789"/>
            </a:xfrm>
            <a:custGeom>
              <a:avLst/>
              <a:gdLst/>
              <a:ahLst/>
              <a:cxnLst/>
              <a:rect l="l" t="t" r="r" b="b"/>
              <a:pathLst>
                <a:path w="831" h="2345" extrusionOk="0">
                  <a:moveTo>
                    <a:pt x="419" y="0"/>
                  </a:moveTo>
                  <a:lnTo>
                    <a:pt x="1" y="335"/>
                  </a:lnTo>
                  <a:cubicBezTo>
                    <a:pt x="194" y="576"/>
                    <a:pt x="295" y="865"/>
                    <a:pt x="295" y="1172"/>
                  </a:cubicBezTo>
                  <a:cubicBezTo>
                    <a:pt x="295" y="1479"/>
                    <a:pt x="194" y="1769"/>
                    <a:pt x="1" y="2009"/>
                  </a:cubicBezTo>
                  <a:lnTo>
                    <a:pt x="419" y="2345"/>
                  </a:lnTo>
                  <a:cubicBezTo>
                    <a:pt x="685" y="2013"/>
                    <a:pt x="831" y="1596"/>
                    <a:pt x="831" y="1172"/>
                  </a:cubicBezTo>
                  <a:cubicBezTo>
                    <a:pt x="831" y="748"/>
                    <a:pt x="685" y="331"/>
                    <a:pt x="419" y="0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51AFDB"/>
                </a:solidFill>
              </a:endParaRPr>
            </a:p>
          </p:txBody>
        </p:sp>
        <p:sp>
          <p:nvSpPr>
            <p:cNvPr id="240" name="Google Shape;240;p32"/>
            <p:cNvSpPr/>
            <p:nvPr/>
          </p:nvSpPr>
          <p:spPr>
            <a:xfrm>
              <a:off x="2337275" y="2789487"/>
              <a:ext cx="21514" cy="36374"/>
            </a:xfrm>
            <a:custGeom>
              <a:avLst/>
              <a:gdLst/>
              <a:ahLst/>
              <a:cxnLst/>
              <a:rect l="l" t="t" r="r" b="b"/>
              <a:pathLst>
                <a:path w="595" h="1006" extrusionOk="0">
                  <a:moveTo>
                    <a:pt x="418" y="1"/>
                  </a:moveTo>
                  <a:lnTo>
                    <a:pt x="0" y="335"/>
                  </a:lnTo>
                  <a:cubicBezTo>
                    <a:pt x="26" y="369"/>
                    <a:pt x="59" y="425"/>
                    <a:pt x="59" y="503"/>
                  </a:cubicBezTo>
                  <a:cubicBezTo>
                    <a:pt x="59" y="581"/>
                    <a:pt x="26" y="637"/>
                    <a:pt x="0" y="671"/>
                  </a:cubicBezTo>
                  <a:lnTo>
                    <a:pt x="418" y="1006"/>
                  </a:lnTo>
                  <a:cubicBezTo>
                    <a:pt x="532" y="863"/>
                    <a:pt x="595" y="685"/>
                    <a:pt x="595" y="503"/>
                  </a:cubicBezTo>
                  <a:cubicBezTo>
                    <a:pt x="595" y="321"/>
                    <a:pt x="532" y="142"/>
                    <a:pt x="418" y="1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51AFDB"/>
                </a:solidFill>
              </a:endParaRPr>
            </a:p>
          </p:txBody>
        </p:sp>
        <p:sp>
          <p:nvSpPr>
            <p:cNvPr id="241" name="Google Shape;241;p32"/>
            <p:cNvSpPr/>
            <p:nvPr/>
          </p:nvSpPr>
          <p:spPr>
            <a:xfrm>
              <a:off x="2184257" y="2741072"/>
              <a:ext cx="38580" cy="133240"/>
            </a:xfrm>
            <a:custGeom>
              <a:avLst/>
              <a:gdLst/>
              <a:ahLst/>
              <a:cxnLst/>
              <a:rect l="l" t="t" r="r" b="b"/>
              <a:pathLst>
                <a:path w="1067" h="3685" extrusionOk="0">
                  <a:moveTo>
                    <a:pt x="648" y="0"/>
                  </a:moveTo>
                  <a:cubicBezTo>
                    <a:pt x="231" y="521"/>
                    <a:pt x="0" y="1175"/>
                    <a:pt x="0" y="1842"/>
                  </a:cubicBezTo>
                  <a:cubicBezTo>
                    <a:pt x="0" y="2509"/>
                    <a:pt x="231" y="3163"/>
                    <a:pt x="648" y="3684"/>
                  </a:cubicBezTo>
                  <a:lnTo>
                    <a:pt x="1066" y="3349"/>
                  </a:lnTo>
                  <a:cubicBezTo>
                    <a:pt x="720" y="2917"/>
                    <a:pt x="536" y="2395"/>
                    <a:pt x="536" y="1842"/>
                  </a:cubicBezTo>
                  <a:cubicBezTo>
                    <a:pt x="536" y="1288"/>
                    <a:pt x="720" y="768"/>
                    <a:pt x="1066" y="336"/>
                  </a:cubicBezTo>
                  <a:lnTo>
                    <a:pt x="648" y="0"/>
                  </a:ln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51AFDB"/>
                </a:solidFill>
              </a:endParaRPr>
            </a:p>
          </p:txBody>
        </p:sp>
        <p:sp>
          <p:nvSpPr>
            <p:cNvPr id="242" name="Google Shape;242;p32"/>
            <p:cNvSpPr/>
            <p:nvPr/>
          </p:nvSpPr>
          <p:spPr>
            <a:xfrm>
              <a:off x="2223054" y="2765298"/>
              <a:ext cx="30047" cy="84789"/>
            </a:xfrm>
            <a:custGeom>
              <a:avLst/>
              <a:gdLst/>
              <a:ahLst/>
              <a:cxnLst/>
              <a:rect l="l" t="t" r="r" b="b"/>
              <a:pathLst>
                <a:path w="831" h="2345" extrusionOk="0">
                  <a:moveTo>
                    <a:pt x="411" y="0"/>
                  </a:moveTo>
                  <a:cubicBezTo>
                    <a:pt x="146" y="331"/>
                    <a:pt x="0" y="748"/>
                    <a:pt x="0" y="1172"/>
                  </a:cubicBezTo>
                  <a:cubicBezTo>
                    <a:pt x="0" y="1596"/>
                    <a:pt x="146" y="2013"/>
                    <a:pt x="411" y="2345"/>
                  </a:cubicBezTo>
                  <a:lnTo>
                    <a:pt x="830" y="2009"/>
                  </a:lnTo>
                  <a:cubicBezTo>
                    <a:pt x="638" y="1769"/>
                    <a:pt x="536" y="1479"/>
                    <a:pt x="536" y="1172"/>
                  </a:cubicBezTo>
                  <a:cubicBezTo>
                    <a:pt x="536" y="865"/>
                    <a:pt x="638" y="576"/>
                    <a:pt x="830" y="335"/>
                  </a:cubicBezTo>
                  <a:lnTo>
                    <a:pt x="411" y="0"/>
                  </a:ln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51AFDB"/>
                </a:solidFill>
              </a:endParaRPr>
            </a:p>
          </p:txBody>
        </p:sp>
        <p:sp>
          <p:nvSpPr>
            <p:cNvPr id="243" name="Google Shape;243;p32"/>
            <p:cNvSpPr/>
            <p:nvPr/>
          </p:nvSpPr>
          <p:spPr>
            <a:xfrm>
              <a:off x="2261815" y="2789451"/>
              <a:ext cx="21514" cy="36411"/>
            </a:xfrm>
            <a:custGeom>
              <a:avLst/>
              <a:gdLst/>
              <a:ahLst/>
              <a:cxnLst/>
              <a:rect l="l" t="t" r="r" b="b"/>
              <a:pathLst>
                <a:path w="595" h="1007" extrusionOk="0">
                  <a:moveTo>
                    <a:pt x="177" y="1"/>
                  </a:moveTo>
                  <a:cubicBezTo>
                    <a:pt x="63" y="143"/>
                    <a:pt x="0" y="322"/>
                    <a:pt x="0" y="504"/>
                  </a:cubicBezTo>
                  <a:cubicBezTo>
                    <a:pt x="0" y="686"/>
                    <a:pt x="63" y="864"/>
                    <a:pt x="177" y="1007"/>
                  </a:cubicBezTo>
                  <a:lnTo>
                    <a:pt x="595" y="672"/>
                  </a:lnTo>
                  <a:cubicBezTo>
                    <a:pt x="569" y="638"/>
                    <a:pt x="536" y="582"/>
                    <a:pt x="536" y="504"/>
                  </a:cubicBezTo>
                  <a:cubicBezTo>
                    <a:pt x="536" y="426"/>
                    <a:pt x="569" y="370"/>
                    <a:pt x="595" y="336"/>
                  </a:cubicBezTo>
                  <a:lnTo>
                    <a:pt x="177" y="1"/>
                  </a:ln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51AFDB"/>
                </a:solidFill>
              </a:endParaRPr>
            </a:p>
          </p:txBody>
        </p:sp>
        <p:sp>
          <p:nvSpPr>
            <p:cNvPr id="244" name="Google Shape;244;p32"/>
            <p:cNvSpPr/>
            <p:nvPr/>
          </p:nvSpPr>
          <p:spPr>
            <a:xfrm>
              <a:off x="2319992" y="2953100"/>
              <a:ext cx="19417" cy="19417"/>
            </a:xfrm>
            <a:custGeom>
              <a:avLst/>
              <a:gdLst/>
              <a:ahLst/>
              <a:cxnLst/>
              <a:rect l="l" t="t" r="r" b="b"/>
              <a:pathLst>
                <a:path w="537" h="537" extrusionOk="0">
                  <a:moveTo>
                    <a:pt x="1" y="0"/>
                  </a:moveTo>
                  <a:lnTo>
                    <a:pt x="1" y="537"/>
                  </a:lnTo>
                  <a:lnTo>
                    <a:pt x="537" y="537"/>
                  </a:lnTo>
                  <a:lnTo>
                    <a:pt x="537" y="0"/>
                  </a:ln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51AFDB"/>
                </a:solidFill>
              </a:endParaRPr>
            </a:p>
          </p:txBody>
        </p:sp>
        <p:sp>
          <p:nvSpPr>
            <p:cNvPr id="245" name="Google Shape;245;p32"/>
            <p:cNvSpPr/>
            <p:nvPr/>
          </p:nvSpPr>
          <p:spPr>
            <a:xfrm>
              <a:off x="2358753" y="2953100"/>
              <a:ext cx="19417" cy="19417"/>
            </a:xfrm>
            <a:custGeom>
              <a:avLst/>
              <a:gdLst/>
              <a:ahLst/>
              <a:cxnLst/>
              <a:rect l="l" t="t" r="r" b="b"/>
              <a:pathLst>
                <a:path w="537" h="537" extrusionOk="0">
                  <a:moveTo>
                    <a:pt x="1" y="0"/>
                  </a:moveTo>
                  <a:lnTo>
                    <a:pt x="1" y="537"/>
                  </a:lnTo>
                  <a:lnTo>
                    <a:pt x="537" y="537"/>
                  </a:lnTo>
                  <a:lnTo>
                    <a:pt x="537" y="0"/>
                  </a:ln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51AFDB"/>
                </a:solidFill>
              </a:endParaRPr>
            </a:p>
          </p:txBody>
        </p:sp>
        <p:sp>
          <p:nvSpPr>
            <p:cNvPr id="246" name="Google Shape;246;p32"/>
            <p:cNvSpPr/>
            <p:nvPr/>
          </p:nvSpPr>
          <p:spPr>
            <a:xfrm>
              <a:off x="2397514" y="2953100"/>
              <a:ext cx="19453" cy="19417"/>
            </a:xfrm>
            <a:custGeom>
              <a:avLst/>
              <a:gdLst/>
              <a:ahLst/>
              <a:cxnLst/>
              <a:rect l="l" t="t" r="r" b="b"/>
              <a:pathLst>
                <a:path w="538" h="537" extrusionOk="0">
                  <a:moveTo>
                    <a:pt x="1" y="0"/>
                  </a:moveTo>
                  <a:lnTo>
                    <a:pt x="1" y="537"/>
                  </a:lnTo>
                  <a:lnTo>
                    <a:pt x="537" y="537"/>
                  </a:lnTo>
                  <a:lnTo>
                    <a:pt x="537" y="0"/>
                  </a:ln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51AFDB"/>
                </a:solidFill>
              </a:endParaRPr>
            </a:p>
          </p:txBody>
        </p:sp>
        <p:sp>
          <p:nvSpPr>
            <p:cNvPr id="247" name="Google Shape;247;p32"/>
            <p:cNvSpPr/>
            <p:nvPr/>
          </p:nvSpPr>
          <p:spPr>
            <a:xfrm>
              <a:off x="2202986" y="2953100"/>
              <a:ext cx="78245" cy="19417"/>
            </a:xfrm>
            <a:custGeom>
              <a:avLst/>
              <a:gdLst/>
              <a:ahLst/>
              <a:cxnLst/>
              <a:rect l="l" t="t" r="r" b="b"/>
              <a:pathLst>
                <a:path w="2164" h="537" extrusionOk="0">
                  <a:moveTo>
                    <a:pt x="1" y="0"/>
                  </a:moveTo>
                  <a:lnTo>
                    <a:pt x="1" y="537"/>
                  </a:lnTo>
                  <a:lnTo>
                    <a:pt x="2163" y="537"/>
                  </a:lnTo>
                  <a:lnTo>
                    <a:pt x="2163" y="0"/>
                  </a:ln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51AFDB"/>
                </a:solidFill>
              </a:endParaRPr>
            </a:p>
          </p:txBody>
        </p:sp>
      </p:grpSp>
      <p:sp>
        <p:nvSpPr>
          <p:cNvPr id="248" name="Google Shape;248;p32"/>
          <p:cNvSpPr txBox="1"/>
          <p:nvPr/>
        </p:nvSpPr>
        <p:spPr>
          <a:xfrm>
            <a:off x="4748576" y="3879905"/>
            <a:ext cx="1164713" cy="8463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000" dirty="0">
                <a:solidFill>
                  <a:srgbClr val="FFFFFF"/>
                </a:solidFill>
                <a:latin typeface="Karla Light"/>
                <a:ea typeface="Karla Light"/>
                <a:cs typeface="Karla Light"/>
                <a:sym typeface="Karla Light"/>
              </a:rPr>
              <a:t>Cámaras IP de seguridad</a:t>
            </a:r>
            <a:endParaRPr sz="1200" dirty="0">
              <a:solidFill>
                <a:srgbClr val="FFFFFF"/>
              </a:solidFill>
              <a:latin typeface="Manrope"/>
              <a:ea typeface="Manrope"/>
              <a:cs typeface="Manrope"/>
              <a:sym typeface="Manrope"/>
            </a:endParaRPr>
          </a:p>
        </p:txBody>
      </p:sp>
      <p:grpSp>
        <p:nvGrpSpPr>
          <p:cNvPr id="249" name="Google Shape;249;p32"/>
          <p:cNvGrpSpPr/>
          <p:nvPr/>
        </p:nvGrpSpPr>
        <p:grpSpPr>
          <a:xfrm>
            <a:off x="604573" y="616101"/>
            <a:ext cx="351880" cy="352803"/>
            <a:chOff x="-23615075" y="3148525"/>
            <a:chExt cx="295375" cy="296150"/>
          </a:xfrm>
        </p:grpSpPr>
        <p:sp>
          <p:nvSpPr>
            <p:cNvPr id="250" name="Google Shape;250;p32"/>
            <p:cNvSpPr/>
            <p:nvPr/>
          </p:nvSpPr>
          <p:spPr>
            <a:xfrm>
              <a:off x="-23493775" y="3183950"/>
              <a:ext cx="52775" cy="53600"/>
            </a:xfrm>
            <a:custGeom>
              <a:avLst/>
              <a:gdLst/>
              <a:ahLst/>
              <a:cxnLst/>
              <a:rect l="l" t="t" r="r" b="b"/>
              <a:pathLst>
                <a:path w="2111" h="2144" extrusionOk="0">
                  <a:moveTo>
                    <a:pt x="1040" y="1"/>
                  </a:moveTo>
                  <a:cubicBezTo>
                    <a:pt x="851" y="1"/>
                    <a:pt x="693" y="158"/>
                    <a:pt x="693" y="347"/>
                  </a:cubicBezTo>
                  <a:lnTo>
                    <a:pt x="693" y="725"/>
                  </a:lnTo>
                  <a:lnTo>
                    <a:pt x="347" y="725"/>
                  </a:lnTo>
                  <a:cubicBezTo>
                    <a:pt x="158" y="725"/>
                    <a:pt x="0" y="883"/>
                    <a:pt x="0" y="1072"/>
                  </a:cubicBezTo>
                  <a:cubicBezTo>
                    <a:pt x="0" y="1261"/>
                    <a:pt x="158" y="1418"/>
                    <a:pt x="347" y="1418"/>
                  </a:cubicBezTo>
                  <a:lnTo>
                    <a:pt x="693" y="1418"/>
                  </a:lnTo>
                  <a:lnTo>
                    <a:pt x="693" y="1765"/>
                  </a:lnTo>
                  <a:cubicBezTo>
                    <a:pt x="693" y="1986"/>
                    <a:pt x="851" y="2143"/>
                    <a:pt x="1040" y="2143"/>
                  </a:cubicBezTo>
                  <a:cubicBezTo>
                    <a:pt x="1260" y="2143"/>
                    <a:pt x="1418" y="1986"/>
                    <a:pt x="1418" y="1765"/>
                  </a:cubicBezTo>
                  <a:lnTo>
                    <a:pt x="1418" y="1418"/>
                  </a:lnTo>
                  <a:lnTo>
                    <a:pt x="1764" y="1418"/>
                  </a:lnTo>
                  <a:cubicBezTo>
                    <a:pt x="1953" y="1418"/>
                    <a:pt x="2111" y="1261"/>
                    <a:pt x="2111" y="1072"/>
                  </a:cubicBezTo>
                  <a:cubicBezTo>
                    <a:pt x="2111" y="883"/>
                    <a:pt x="1953" y="725"/>
                    <a:pt x="1764" y="725"/>
                  </a:cubicBezTo>
                  <a:lnTo>
                    <a:pt x="1418" y="725"/>
                  </a:lnTo>
                  <a:lnTo>
                    <a:pt x="1418" y="347"/>
                  </a:lnTo>
                  <a:cubicBezTo>
                    <a:pt x="1418" y="158"/>
                    <a:pt x="1260" y="1"/>
                    <a:pt x="1040" y="1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" name="Google Shape;251;p32"/>
            <p:cNvSpPr/>
            <p:nvPr/>
          </p:nvSpPr>
          <p:spPr>
            <a:xfrm>
              <a:off x="-23615075" y="3268225"/>
              <a:ext cx="34675" cy="173300"/>
            </a:xfrm>
            <a:custGeom>
              <a:avLst/>
              <a:gdLst/>
              <a:ahLst/>
              <a:cxnLst/>
              <a:rect l="l" t="t" r="r" b="b"/>
              <a:pathLst>
                <a:path w="1387" h="6932" extrusionOk="0">
                  <a:moveTo>
                    <a:pt x="1008" y="1"/>
                  </a:moveTo>
                  <a:cubicBezTo>
                    <a:pt x="441" y="1"/>
                    <a:pt x="0" y="473"/>
                    <a:pt x="0" y="1040"/>
                  </a:cubicBezTo>
                  <a:lnTo>
                    <a:pt x="0" y="6585"/>
                  </a:lnTo>
                  <a:cubicBezTo>
                    <a:pt x="0" y="6774"/>
                    <a:pt x="158" y="6932"/>
                    <a:pt x="347" y="6932"/>
                  </a:cubicBezTo>
                  <a:lnTo>
                    <a:pt x="1386" y="6932"/>
                  </a:lnTo>
                  <a:lnTo>
                    <a:pt x="1386" y="4285"/>
                  </a:lnTo>
                  <a:lnTo>
                    <a:pt x="662" y="4285"/>
                  </a:lnTo>
                  <a:lnTo>
                    <a:pt x="662" y="3561"/>
                  </a:lnTo>
                  <a:lnTo>
                    <a:pt x="1386" y="3561"/>
                  </a:lnTo>
                  <a:lnTo>
                    <a:pt x="1386" y="2868"/>
                  </a:lnTo>
                  <a:lnTo>
                    <a:pt x="662" y="2868"/>
                  </a:lnTo>
                  <a:lnTo>
                    <a:pt x="662" y="2143"/>
                  </a:lnTo>
                  <a:lnTo>
                    <a:pt x="1386" y="2143"/>
                  </a:lnTo>
                  <a:lnTo>
                    <a:pt x="1386" y="1418"/>
                  </a:lnTo>
                  <a:lnTo>
                    <a:pt x="662" y="1418"/>
                  </a:lnTo>
                  <a:lnTo>
                    <a:pt x="662" y="1072"/>
                  </a:lnTo>
                  <a:cubicBezTo>
                    <a:pt x="662" y="883"/>
                    <a:pt x="819" y="725"/>
                    <a:pt x="1008" y="725"/>
                  </a:cubicBezTo>
                  <a:lnTo>
                    <a:pt x="1386" y="725"/>
                  </a:lnTo>
                  <a:lnTo>
                    <a:pt x="1386" y="1"/>
                  </a:ln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" name="Google Shape;252;p32"/>
            <p:cNvSpPr/>
            <p:nvPr/>
          </p:nvSpPr>
          <p:spPr>
            <a:xfrm>
              <a:off x="-23354375" y="3270600"/>
              <a:ext cx="34675" cy="173300"/>
            </a:xfrm>
            <a:custGeom>
              <a:avLst/>
              <a:gdLst/>
              <a:ahLst/>
              <a:cxnLst/>
              <a:rect l="l" t="t" r="r" b="b"/>
              <a:pathLst>
                <a:path w="1387" h="6932" extrusionOk="0">
                  <a:moveTo>
                    <a:pt x="0" y="0"/>
                  </a:moveTo>
                  <a:lnTo>
                    <a:pt x="0" y="725"/>
                  </a:lnTo>
                  <a:lnTo>
                    <a:pt x="347" y="725"/>
                  </a:lnTo>
                  <a:cubicBezTo>
                    <a:pt x="568" y="725"/>
                    <a:pt x="725" y="882"/>
                    <a:pt x="725" y="1071"/>
                  </a:cubicBezTo>
                  <a:lnTo>
                    <a:pt x="725" y="1418"/>
                  </a:lnTo>
                  <a:lnTo>
                    <a:pt x="0" y="1418"/>
                  </a:lnTo>
                  <a:lnTo>
                    <a:pt x="0" y="2143"/>
                  </a:lnTo>
                  <a:lnTo>
                    <a:pt x="725" y="2143"/>
                  </a:lnTo>
                  <a:lnTo>
                    <a:pt x="725" y="2836"/>
                  </a:lnTo>
                  <a:lnTo>
                    <a:pt x="0" y="2836"/>
                  </a:lnTo>
                  <a:lnTo>
                    <a:pt x="0" y="3560"/>
                  </a:lnTo>
                  <a:lnTo>
                    <a:pt x="725" y="3560"/>
                  </a:lnTo>
                  <a:lnTo>
                    <a:pt x="725" y="4253"/>
                  </a:lnTo>
                  <a:lnTo>
                    <a:pt x="0" y="4253"/>
                  </a:lnTo>
                  <a:lnTo>
                    <a:pt x="0" y="6931"/>
                  </a:lnTo>
                  <a:lnTo>
                    <a:pt x="1040" y="6931"/>
                  </a:lnTo>
                  <a:cubicBezTo>
                    <a:pt x="1229" y="6931"/>
                    <a:pt x="1387" y="6774"/>
                    <a:pt x="1387" y="6585"/>
                  </a:cubicBezTo>
                  <a:lnTo>
                    <a:pt x="1387" y="1040"/>
                  </a:lnTo>
                  <a:cubicBezTo>
                    <a:pt x="1387" y="441"/>
                    <a:pt x="914" y="0"/>
                    <a:pt x="347" y="0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" name="Google Shape;253;p32"/>
            <p:cNvSpPr/>
            <p:nvPr/>
          </p:nvSpPr>
          <p:spPr>
            <a:xfrm>
              <a:off x="-23562300" y="3148525"/>
              <a:ext cx="191400" cy="296150"/>
            </a:xfrm>
            <a:custGeom>
              <a:avLst/>
              <a:gdLst/>
              <a:ahLst/>
              <a:cxnLst/>
              <a:rect l="l" t="t" r="r" b="b"/>
              <a:pathLst>
                <a:path w="7656" h="11846" extrusionOk="0">
                  <a:moveTo>
                    <a:pt x="5545" y="662"/>
                  </a:moveTo>
                  <a:lnTo>
                    <a:pt x="5545" y="1764"/>
                  </a:lnTo>
                  <a:lnTo>
                    <a:pt x="5545" y="4222"/>
                  </a:lnTo>
                  <a:lnTo>
                    <a:pt x="2079" y="4222"/>
                  </a:lnTo>
                  <a:lnTo>
                    <a:pt x="2079" y="1764"/>
                  </a:lnTo>
                  <a:lnTo>
                    <a:pt x="2079" y="662"/>
                  </a:lnTo>
                  <a:close/>
                  <a:moveTo>
                    <a:pt x="3434" y="4883"/>
                  </a:moveTo>
                  <a:lnTo>
                    <a:pt x="3434" y="5608"/>
                  </a:lnTo>
                  <a:lnTo>
                    <a:pt x="2079" y="5608"/>
                  </a:lnTo>
                  <a:lnTo>
                    <a:pt x="2079" y="4883"/>
                  </a:lnTo>
                  <a:close/>
                  <a:moveTo>
                    <a:pt x="5513" y="4883"/>
                  </a:moveTo>
                  <a:lnTo>
                    <a:pt x="5513" y="5608"/>
                  </a:lnTo>
                  <a:lnTo>
                    <a:pt x="4159" y="5608"/>
                  </a:lnTo>
                  <a:lnTo>
                    <a:pt x="4159" y="4883"/>
                  </a:lnTo>
                  <a:close/>
                  <a:moveTo>
                    <a:pt x="3434" y="6301"/>
                  </a:moveTo>
                  <a:lnTo>
                    <a:pt x="3434" y="7026"/>
                  </a:lnTo>
                  <a:lnTo>
                    <a:pt x="2079" y="7026"/>
                  </a:lnTo>
                  <a:lnTo>
                    <a:pt x="2079" y="6301"/>
                  </a:lnTo>
                  <a:close/>
                  <a:moveTo>
                    <a:pt x="5513" y="6301"/>
                  </a:moveTo>
                  <a:lnTo>
                    <a:pt x="5513" y="7026"/>
                  </a:lnTo>
                  <a:lnTo>
                    <a:pt x="4159" y="7026"/>
                  </a:lnTo>
                  <a:lnTo>
                    <a:pt x="4159" y="6301"/>
                  </a:lnTo>
                  <a:close/>
                  <a:moveTo>
                    <a:pt x="3434" y="7687"/>
                  </a:moveTo>
                  <a:lnTo>
                    <a:pt x="3434" y="8380"/>
                  </a:lnTo>
                  <a:lnTo>
                    <a:pt x="2079" y="8380"/>
                  </a:lnTo>
                  <a:lnTo>
                    <a:pt x="2079" y="7687"/>
                  </a:lnTo>
                  <a:close/>
                  <a:moveTo>
                    <a:pt x="5513" y="7687"/>
                  </a:moveTo>
                  <a:lnTo>
                    <a:pt x="5513" y="8380"/>
                  </a:lnTo>
                  <a:lnTo>
                    <a:pt x="4159" y="8380"/>
                  </a:lnTo>
                  <a:lnTo>
                    <a:pt x="4159" y="7687"/>
                  </a:lnTo>
                  <a:close/>
                  <a:moveTo>
                    <a:pt x="1733" y="0"/>
                  </a:moveTo>
                  <a:cubicBezTo>
                    <a:pt x="1544" y="0"/>
                    <a:pt x="1386" y="158"/>
                    <a:pt x="1386" y="347"/>
                  </a:cubicBezTo>
                  <a:lnTo>
                    <a:pt x="1386" y="1449"/>
                  </a:lnTo>
                  <a:lnTo>
                    <a:pt x="1040" y="1449"/>
                  </a:lnTo>
                  <a:cubicBezTo>
                    <a:pt x="441" y="1449"/>
                    <a:pt x="0" y="1922"/>
                    <a:pt x="0" y="2489"/>
                  </a:cubicBezTo>
                  <a:lnTo>
                    <a:pt x="0" y="11846"/>
                  </a:lnTo>
                  <a:lnTo>
                    <a:pt x="2804" y="11846"/>
                  </a:lnTo>
                  <a:lnTo>
                    <a:pt x="2804" y="10491"/>
                  </a:lnTo>
                  <a:lnTo>
                    <a:pt x="4883" y="10491"/>
                  </a:lnTo>
                  <a:cubicBezTo>
                    <a:pt x="4852" y="10586"/>
                    <a:pt x="4852" y="11688"/>
                    <a:pt x="4852" y="11846"/>
                  </a:cubicBezTo>
                  <a:lnTo>
                    <a:pt x="7656" y="11846"/>
                  </a:lnTo>
                  <a:lnTo>
                    <a:pt x="7656" y="2489"/>
                  </a:lnTo>
                  <a:cubicBezTo>
                    <a:pt x="7656" y="1890"/>
                    <a:pt x="7183" y="1449"/>
                    <a:pt x="6616" y="1449"/>
                  </a:cubicBezTo>
                  <a:lnTo>
                    <a:pt x="6270" y="1449"/>
                  </a:lnTo>
                  <a:lnTo>
                    <a:pt x="6270" y="347"/>
                  </a:lnTo>
                  <a:cubicBezTo>
                    <a:pt x="6270" y="158"/>
                    <a:pt x="6112" y="0"/>
                    <a:pt x="5923" y="0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33"/>
          <p:cNvSpPr txBox="1"/>
          <p:nvPr/>
        </p:nvSpPr>
        <p:spPr>
          <a:xfrm>
            <a:off x="1932500" y="623453"/>
            <a:ext cx="2544300" cy="45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dirty="0">
                <a:solidFill>
                  <a:srgbClr val="51AFDB"/>
                </a:solidFill>
                <a:latin typeface="Khand"/>
                <a:ea typeface="Khand"/>
                <a:cs typeface="Khand"/>
                <a:sym typeface="Khand"/>
              </a:rPr>
              <a:t>Propuesta</a:t>
            </a:r>
            <a:endParaRPr sz="3000" dirty="0">
              <a:solidFill>
                <a:srgbClr val="51AFDB"/>
              </a:solidFill>
              <a:latin typeface="Khand"/>
              <a:ea typeface="Khand"/>
              <a:cs typeface="Khand"/>
              <a:sym typeface="Khand"/>
            </a:endParaRPr>
          </a:p>
        </p:txBody>
      </p:sp>
      <p:grpSp>
        <p:nvGrpSpPr>
          <p:cNvPr id="259" name="Google Shape;259;p33"/>
          <p:cNvGrpSpPr/>
          <p:nvPr/>
        </p:nvGrpSpPr>
        <p:grpSpPr>
          <a:xfrm>
            <a:off x="1397059" y="658878"/>
            <a:ext cx="437532" cy="284211"/>
            <a:chOff x="-26981375" y="3951875"/>
            <a:chExt cx="296150" cy="242625"/>
          </a:xfrm>
        </p:grpSpPr>
        <p:sp>
          <p:nvSpPr>
            <p:cNvPr id="260" name="Google Shape;260;p33"/>
            <p:cNvSpPr/>
            <p:nvPr/>
          </p:nvSpPr>
          <p:spPr>
            <a:xfrm>
              <a:off x="-26978225" y="3951875"/>
              <a:ext cx="173300" cy="155975"/>
            </a:xfrm>
            <a:custGeom>
              <a:avLst/>
              <a:gdLst/>
              <a:ahLst/>
              <a:cxnLst/>
              <a:rect l="l" t="t" r="r" b="b"/>
              <a:pathLst>
                <a:path w="6932" h="6239" extrusionOk="0">
                  <a:moveTo>
                    <a:pt x="3340" y="2364"/>
                  </a:moveTo>
                  <a:cubicBezTo>
                    <a:pt x="3529" y="2364"/>
                    <a:pt x="3686" y="2521"/>
                    <a:pt x="3686" y="2710"/>
                  </a:cubicBezTo>
                  <a:lnTo>
                    <a:pt x="3686" y="3435"/>
                  </a:lnTo>
                  <a:lnTo>
                    <a:pt x="4411" y="3435"/>
                  </a:lnTo>
                  <a:cubicBezTo>
                    <a:pt x="4600" y="3435"/>
                    <a:pt x="4757" y="3592"/>
                    <a:pt x="4757" y="3782"/>
                  </a:cubicBezTo>
                  <a:cubicBezTo>
                    <a:pt x="4757" y="3971"/>
                    <a:pt x="4600" y="4128"/>
                    <a:pt x="4411" y="4128"/>
                  </a:cubicBezTo>
                  <a:lnTo>
                    <a:pt x="3686" y="4128"/>
                  </a:lnTo>
                  <a:lnTo>
                    <a:pt x="3686" y="4853"/>
                  </a:lnTo>
                  <a:cubicBezTo>
                    <a:pt x="3686" y="5042"/>
                    <a:pt x="3529" y="5199"/>
                    <a:pt x="3340" y="5199"/>
                  </a:cubicBezTo>
                  <a:cubicBezTo>
                    <a:pt x="3151" y="5199"/>
                    <a:pt x="2993" y="5042"/>
                    <a:pt x="2993" y="4853"/>
                  </a:cubicBezTo>
                  <a:lnTo>
                    <a:pt x="2993" y="4128"/>
                  </a:lnTo>
                  <a:lnTo>
                    <a:pt x="2268" y="4128"/>
                  </a:lnTo>
                  <a:cubicBezTo>
                    <a:pt x="2079" y="4128"/>
                    <a:pt x="1922" y="3971"/>
                    <a:pt x="1922" y="3782"/>
                  </a:cubicBezTo>
                  <a:cubicBezTo>
                    <a:pt x="1922" y="3592"/>
                    <a:pt x="2079" y="3435"/>
                    <a:pt x="2268" y="3435"/>
                  </a:cubicBezTo>
                  <a:lnTo>
                    <a:pt x="2993" y="3435"/>
                  </a:lnTo>
                  <a:lnTo>
                    <a:pt x="2993" y="2710"/>
                  </a:lnTo>
                  <a:cubicBezTo>
                    <a:pt x="2993" y="2521"/>
                    <a:pt x="3151" y="2364"/>
                    <a:pt x="3340" y="2364"/>
                  </a:cubicBezTo>
                  <a:close/>
                  <a:moveTo>
                    <a:pt x="3434" y="1"/>
                  </a:moveTo>
                  <a:cubicBezTo>
                    <a:pt x="2836" y="1"/>
                    <a:pt x="2394" y="474"/>
                    <a:pt x="2394" y="1041"/>
                  </a:cubicBezTo>
                  <a:lnTo>
                    <a:pt x="2394" y="1387"/>
                  </a:lnTo>
                  <a:lnTo>
                    <a:pt x="1008" y="1387"/>
                  </a:lnTo>
                  <a:cubicBezTo>
                    <a:pt x="441" y="1387"/>
                    <a:pt x="0" y="1860"/>
                    <a:pt x="0" y="2395"/>
                  </a:cubicBezTo>
                  <a:lnTo>
                    <a:pt x="0" y="6239"/>
                  </a:lnTo>
                  <a:lnTo>
                    <a:pt x="6931" y="6239"/>
                  </a:lnTo>
                  <a:lnTo>
                    <a:pt x="6931" y="2395"/>
                  </a:lnTo>
                  <a:lnTo>
                    <a:pt x="6837" y="2395"/>
                  </a:lnTo>
                  <a:cubicBezTo>
                    <a:pt x="6837" y="1828"/>
                    <a:pt x="6364" y="1387"/>
                    <a:pt x="5829" y="1387"/>
                  </a:cubicBezTo>
                  <a:lnTo>
                    <a:pt x="4442" y="1387"/>
                  </a:lnTo>
                  <a:lnTo>
                    <a:pt x="4442" y="1041"/>
                  </a:lnTo>
                  <a:cubicBezTo>
                    <a:pt x="4442" y="442"/>
                    <a:pt x="3970" y="1"/>
                    <a:pt x="3434" y="1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" name="Google Shape;261;p33"/>
            <p:cNvSpPr/>
            <p:nvPr/>
          </p:nvSpPr>
          <p:spPr>
            <a:xfrm>
              <a:off x="-26981375" y="4124375"/>
              <a:ext cx="174075" cy="70125"/>
            </a:xfrm>
            <a:custGeom>
              <a:avLst/>
              <a:gdLst/>
              <a:ahLst/>
              <a:cxnLst/>
              <a:rect l="l" t="t" r="r" b="b"/>
              <a:pathLst>
                <a:path w="6963" h="2805" extrusionOk="0">
                  <a:moveTo>
                    <a:pt x="2457" y="1418"/>
                  </a:moveTo>
                  <a:cubicBezTo>
                    <a:pt x="2647" y="1418"/>
                    <a:pt x="2804" y="1576"/>
                    <a:pt x="2804" y="1765"/>
                  </a:cubicBezTo>
                  <a:cubicBezTo>
                    <a:pt x="2804" y="1954"/>
                    <a:pt x="2647" y="2111"/>
                    <a:pt x="2457" y="2111"/>
                  </a:cubicBezTo>
                  <a:cubicBezTo>
                    <a:pt x="2237" y="2111"/>
                    <a:pt x="2079" y="1954"/>
                    <a:pt x="2079" y="1765"/>
                  </a:cubicBezTo>
                  <a:cubicBezTo>
                    <a:pt x="2079" y="1576"/>
                    <a:pt x="2237" y="1418"/>
                    <a:pt x="2457" y="1418"/>
                  </a:cubicBezTo>
                  <a:close/>
                  <a:moveTo>
                    <a:pt x="32" y="0"/>
                  </a:moveTo>
                  <a:lnTo>
                    <a:pt x="32" y="1009"/>
                  </a:lnTo>
                  <a:cubicBezTo>
                    <a:pt x="0" y="1607"/>
                    <a:pt x="473" y="2080"/>
                    <a:pt x="1071" y="2080"/>
                  </a:cubicBezTo>
                  <a:lnTo>
                    <a:pt x="1449" y="2080"/>
                  </a:lnTo>
                  <a:cubicBezTo>
                    <a:pt x="1607" y="2489"/>
                    <a:pt x="1985" y="2804"/>
                    <a:pt x="2457" y="2804"/>
                  </a:cubicBezTo>
                  <a:cubicBezTo>
                    <a:pt x="2867" y="2804"/>
                    <a:pt x="3277" y="2521"/>
                    <a:pt x="3434" y="2080"/>
                  </a:cubicBezTo>
                  <a:lnTo>
                    <a:pt x="6963" y="2080"/>
                  </a:lnTo>
                  <a:lnTo>
                    <a:pt x="6963" y="0"/>
                  </a:ln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" name="Google Shape;262;p33"/>
            <p:cNvSpPr/>
            <p:nvPr/>
          </p:nvSpPr>
          <p:spPr>
            <a:xfrm>
              <a:off x="-26790000" y="4002300"/>
              <a:ext cx="104775" cy="192200"/>
            </a:xfrm>
            <a:custGeom>
              <a:avLst/>
              <a:gdLst/>
              <a:ahLst/>
              <a:cxnLst/>
              <a:rect l="l" t="t" r="r" b="b"/>
              <a:pathLst>
                <a:path w="4191" h="7688" extrusionOk="0">
                  <a:moveTo>
                    <a:pt x="1513" y="693"/>
                  </a:moveTo>
                  <a:cubicBezTo>
                    <a:pt x="1954" y="693"/>
                    <a:pt x="2364" y="977"/>
                    <a:pt x="2521" y="1386"/>
                  </a:cubicBezTo>
                  <a:lnTo>
                    <a:pt x="3372" y="3497"/>
                  </a:lnTo>
                  <a:lnTo>
                    <a:pt x="1765" y="3497"/>
                  </a:lnTo>
                  <a:cubicBezTo>
                    <a:pt x="1576" y="3497"/>
                    <a:pt x="1419" y="3340"/>
                    <a:pt x="1419" y="3151"/>
                  </a:cubicBezTo>
                  <a:lnTo>
                    <a:pt x="1419" y="693"/>
                  </a:lnTo>
                  <a:close/>
                  <a:moveTo>
                    <a:pt x="1765" y="6270"/>
                  </a:moveTo>
                  <a:cubicBezTo>
                    <a:pt x="1954" y="6270"/>
                    <a:pt x="2112" y="6427"/>
                    <a:pt x="2112" y="6616"/>
                  </a:cubicBezTo>
                  <a:cubicBezTo>
                    <a:pt x="2112" y="6805"/>
                    <a:pt x="1954" y="6963"/>
                    <a:pt x="1765" y="6963"/>
                  </a:cubicBezTo>
                  <a:cubicBezTo>
                    <a:pt x="1576" y="6963"/>
                    <a:pt x="1419" y="6805"/>
                    <a:pt x="1419" y="6616"/>
                  </a:cubicBezTo>
                  <a:cubicBezTo>
                    <a:pt x="1419" y="6427"/>
                    <a:pt x="1576" y="6270"/>
                    <a:pt x="1765" y="6270"/>
                  </a:cubicBezTo>
                  <a:close/>
                  <a:moveTo>
                    <a:pt x="1" y="0"/>
                  </a:moveTo>
                  <a:lnTo>
                    <a:pt x="1" y="6963"/>
                  </a:lnTo>
                  <a:lnTo>
                    <a:pt x="788" y="6963"/>
                  </a:lnTo>
                  <a:cubicBezTo>
                    <a:pt x="946" y="7372"/>
                    <a:pt x="1293" y="7687"/>
                    <a:pt x="1765" y="7687"/>
                  </a:cubicBezTo>
                  <a:cubicBezTo>
                    <a:pt x="2206" y="7687"/>
                    <a:pt x="2584" y="7404"/>
                    <a:pt x="2742" y="6963"/>
                  </a:cubicBezTo>
                  <a:lnTo>
                    <a:pt x="3151" y="6963"/>
                  </a:lnTo>
                  <a:cubicBezTo>
                    <a:pt x="3718" y="6963"/>
                    <a:pt x="4159" y="6490"/>
                    <a:pt x="4159" y="5955"/>
                  </a:cubicBezTo>
                  <a:lnTo>
                    <a:pt x="4159" y="5577"/>
                  </a:lnTo>
                  <a:lnTo>
                    <a:pt x="3151" y="5577"/>
                  </a:lnTo>
                  <a:cubicBezTo>
                    <a:pt x="2931" y="5577"/>
                    <a:pt x="2773" y="5419"/>
                    <a:pt x="2773" y="5230"/>
                  </a:cubicBezTo>
                  <a:cubicBezTo>
                    <a:pt x="2773" y="5041"/>
                    <a:pt x="2994" y="4883"/>
                    <a:pt x="3183" y="4883"/>
                  </a:cubicBezTo>
                  <a:lnTo>
                    <a:pt x="4191" y="4883"/>
                  </a:lnTo>
                  <a:lnTo>
                    <a:pt x="4191" y="4096"/>
                  </a:lnTo>
                  <a:cubicBezTo>
                    <a:pt x="4191" y="3970"/>
                    <a:pt x="4159" y="3812"/>
                    <a:pt x="4159" y="3686"/>
                  </a:cubicBezTo>
                  <a:cubicBezTo>
                    <a:pt x="4096" y="3466"/>
                    <a:pt x="3246" y="1386"/>
                    <a:pt x="3151" y="1103"/>
                  </a:cubicBezTo>
                  <a:cubicBezTo>
                    <a:pt x="2868" y="410"/>
                    <a:pt x="2238" y="0"/>
                    <a:pt x="1545" y="0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63" name="Google Shape;263;p33"/>
          <p:cNvSpPr txBox="1"/>
          <p:nvPr/>
        </p:nvSpPr>
        <p:spPr>
          <a:xfrm>
            <a:off x="2240475" y="1328810"/>
            <a:ext cx="30000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just" rtl="0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200" dirty="0">
                <a:solidFill>
                  <a:srgbClr val="FFFFFF"/>
                </a:solidFill>
                <a:latin typeface="Karla Light"/>
                <a:ea typeface="Karla Light"/>
                <a:cs typeface="Karla Light"/>
                <a:sym typeface="Karla Light"/>
              </a:rPr>
              <a:t>Separación Lógica de Áreas Críticas</a:t>
            </a:r>
            <a:endParaRPr sz="1200" dirty="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</p:txBody>
      </p:sp>
      <p:sp>
        <p:nvSpPr>
          <p:cNvPr id="264" name="Google Shape;264;p33"/>
          <p:cNvSpPr txBox="1"/>
          <p:nvPr/>
        </p:nvSpPr>
        <p:spPr>
          <a:xfrm>
            <a:off x="2237867" y="1883760"/>
            <a:ext cx="30000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just" rtl="0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200" dirty="0">
                <a:solidFill>
                  <a:srgbClr val="FFFFFF"/>
                </a:solidFill>
                <a:latin typeface="Karla Light"/>
                <a:ea typeface="Karla Light"/>
                <a:cs typeface="Karla Light"/>
                <a:sym typeface="Karla Light"/>
              </a:rPr>
              <a:t>Conectividad Redundante en la DMZ</a:t>
            </a:r>
            <a:endParaRPr sz="1200" dirty="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</p:txBody>
      </p:sp>
      <p:sp>
        <p:nvSpPr>
          <p:cNvPr id="265" name="Google Shape;265;p33"/>
          <p:cNvSpPr txBox="1"/>
          <p:nvPr/>
        </p:nvSpPr>
        <p:spPr>
          <a:xfrm>
            <a:off x="2272741" y="2438710"/>
            <a:ext cx="30000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just" rtl="0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200" dirty="0">
                <a:solidFill>
                  <a:srgbClr val="FFFFFF"/>
                </a:solidFill>
                <a:latin typeface="Karla Light"/>
                <a:ea typeface="Karla Light"/>
                <a:cs typeface="Karla Light"/>
                <a:sym typeface="Karla Light"/>
              </a:rPr>
              <a:t>Topología Leaf-Spine Simplificada</a:t>
            </a:r>
            <a:endParaRPr sz="1200" dirty="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</p:txBody>
      </p:sp>
      <p:sp>
        <p:nvSpPr>
          <p:cNvPr id="266" name="Google Shape;266;p33"/>
          <p:cNvSpPr txBox="1"/>
          <p:nvPr/>
        </p:nvSpPr>
        <p:spPr>
          <a:xfrm>
            <a:off x="2272741" y="3506720"/>
            <a:ext cx="4655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just" rtl="0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200" dirty="0">
                <a:solidFill>
                  <a:srgbClr val="FFFFFF"/>
                </a:solidFill>
                <a:latin typeface="Karla Light"/>
                <a:ea typeface="Karla Light"/>
                <a:cs typeface="Karla Light"/>
                <a:sym typeface="Karla Light"/>
              </a:rPr>
              <a:t>Acceso Remoto Seguro para Administración y Soporte Técnico</a:t>
            </a:r>
            <a:endParaRPr sz="1200" dirty="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</p:txBody>
      </p:sp>
      <p:sp>
        <p:nvSpPr>
          <p:cNvPr id="267" name="Google Shape;267;p33"/>
          <p:cNvSpPr txBox="1"/>
          <p:nvPr/>
        </p:nvSpPr>
        <p:spPr>
          <a:xfrm>
            <a:off x="2272741" y="2924495"/>
            <a:ext cx="30000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just" rtl="0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200" dirty="0">
                <a:solidFill>
                  <a:srgbClr val="FFFFFF"/>
                </a:solidFill>
                <a:latin typeface="Karla Light"/>
                <a:ea typeface="Karla Light"/>
                <a:cs typeface="Karla Light"/>
                <a:sym typeface="Karla Light"/>
              </a:rPr>
              <a:t>Alojamiento Local de Servicios Críticos</a:t>
            </a:r>
            <a:endParaRPr sz="1200" dirty="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</p:txBody>
      </p:sp>
      <p:grpSp>
        <p:nvGrpSpPr>
          <p:cNvPr id="268" name="Google Shape;268;p33"/>
          <p:cNvGrpSpPr/>
          <p:nvPr/>
        </p:nvGrpSpPr>
        <p:grpSpPr>
          <a:xfrm>
            <a:off x="2030844" y="1555889"/>
            <a:ext cx="209634" cy="203107"/>
            <a:chOff x="-26583625" y="3917025"/>
            <a:chExt cx="315050" cy="295600"/>
          </a:xfrm>
        </p:grpSpPr>
        <p:sp>
          <p:nvSpPr>
            <p:cNvPr id="269" name="Google Shape;269;p33"/>
            <p:cNvSpPr/>
            <p:nvPr/>
          </p:nvSpPr>
          <p:spPr>
            <a:xfrm>
              <a:off x="-26413500" y="3918400"/>
              <a:ext cx="144925" cy="135125"/>
            </a:xfrm>
            <a:custGeom>
              <a:avLst/>
              <a:gdLst/>
              <a:ahLst/>
              <a:cxnLst/>
              <a:rect l="l" t="t" r="r" b="b"/>
              <a:pathLst>
                <a:path w="5797" h="5405" extrusionOk="0">
                  <a:moveTo>
                    <a:pt x="2317" y="1"/>
                  </a:moveTo>
                  <a:cubicBezTo>
                    <a:pt x="1515" y="1"/>
                    <a:pt x="685" y="309"/>
                    <a:pt x="0" y="993"/>
                  </a:cubicBezTo>
                  <a:lnTo>
                    <a:pt x="1008" y="1970"/>
                  </a:lnTo>
                  <a:cubicBezTo>
                    <a:pt x="1398" y="1581"/>
                    <a:pt x="1864" y="1407"/>
                    <a:pt x="2313" y="1407"/>
                  </a:cubicBezTo>
                  <a:cubicBezTo>
                    <a:pt x="2771" y="1407"/>
                    <a:pt x="3210" y="1588"/>
                    <a:pt x="3529" y="1907"/>
                  </a:cubicBezTo>
                  <a:cubicBezTo>
                    <a:pt x="3623" y="2002"/>
                    <a:pt x="3623" y="2254"/>
                    <a:pt x="3529" y="2380"/>
                  </a:cubicBezTo>
                  <a:cubicBezTo>
                    <a:pt x="3450" y="2427"/>
                    <a:pt x="3348" y="2450"/>
                    <a:pt x="3249" y="2450"/>
                  </a:cubicBezTo>
                  <a:cubicBezTo>
                    <a:pt x="3151" y="2450"/>
                    <a:pt x="3056" y="2427"/>
                    <a:pt x="2993" y="2380"/>
                  </a:cubicBezTo>
                  <a:cubicBezTo>
                    <a:pt x="2804" y="2175"/>
                    <a:pt x="2552" y="2057"/>
                    <a:pt x="2284" y="2057"/>
                  </a:cubicBezTo>
                  <a:cubicBezTo>
                    <a:pt x="2016" y="2057"/>
                    <a:pt x="1733" y="2175"/>
                    <a:pt x="1481" y="2443"/>
                  </a:cubicBezTo>
                  <a:lnTo>
                    <a:pt x="4411" y="5404"/>
                  </a:lnTo>
                  <a:cubicBezTo>
                    <a:pt x="5797" y="4018"/>
                    <a:pt x="5640" y="2065"/>
                    <a:pt x="4505" y="899"/>
                  </a:cubicBezTo>
                  <a:cubicBezTo>
                    <a:pt x="3931" y="325"/>
                    <a:pt x="3139" y="1"/>
                    <a:pt x="231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" name="Google Shape;270;p33"/>
            <p:cNvSpPr/>
            <p:nvPr/>
          </p:nvSpPr>
          <p:spPr>
            <a:xfrm>
              <a:off x="-26466275" y="4026700"/>
              <a:ext cx="78775" cy="77225"/>
            </a:xfrm>
            <a:custGeom>
              <a:avLst/>
              <a:gdLst/>
              <a:ahLst/>
              <a:cxnLst/>
              <a:rect l="l" t="t" r="r" b="b"/>
              <a:pathLst>
                <a:path w="3151" h="3089" extrusionOk="0">
                  <a:moveTo>
                    <a:pt x="1339" y="1"/>
                  </a:moveTo>
                  <a:cubicBezTo>
                    <a:pt x="1253" y="1"/>
                    <a:pt x="1166" y="32"/>
                    <a:pt x="1103" y="95"/>
                  </a:cubicBezTo>
                  <a:lnTo>
                    <a:pt x="126" y="1072"/>
                  </a:lnTo>
                  <a:cubicBezTo>
                    <a:pt x="0" y="1198"/>
                    <a:pt x="0" y="1387"/>
                    <a:pt x="126" y="1545"/>
                  </a:cubicBezTo>
                  <a:lnTo>
                    <a:pt x="1576" y="2994"/>
                  </a:lnTo>
                  <a:cubicBezTo>
                    <a:pt x="1639" y="3057"/>
                    <a:pt x="1725" y="3088"/>
                    <a:pt x="1812" y="3088"/>
                  </a:cubicBezTo>
                  <a:cubicBezTo>
                    <a:pt x="1899" y="3088"/>
                    <a:pt x="1985" y="3057"/>
                    <a:pt x="2048" y="2994"/>
                  </a:cubicBezTo>
                  <a:lnTo>
                    <a:pt x="3025" y="2017"/>
                  </a:lnTo>
                  <a:cubicBezTo>
                    <a:pt x="3151" y="1891"/>
                    <a:pt x="3151" y="1671"/>
                    <a:pt x="3025" y="1545"/>
                  </a:cubicBezTo>
                  <a:lnTo>
                    <a:pt x="1576" y="95"/>
                  </a:lnTo>
                  <a:cubicBezTo>
                    <a:pt x="1513" y="32"/>
                    <a:pt x="1426" y="1"/>
                    <a:pt x="133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" name="Google Shape;271;p33"/>
            <p:cNvSpPr/>
            <p:nvPr/>
          </p:nvSpPr>
          <p:spPr>
            <a:xfrm>
              <a:off x="-26583625" y="4077125"/>
              <a:ext cx="144925" cy="134700"/>
            </a:xfrm>
            <a:custGeom>
              <a:avLst/>
              <a:gdLst/>
              <a:ahLst/>
              <a:cxnLst/>
              <a:rect l="l" t="t" r="r" b="b"/>
              <a:pathLst>
                <a:path w="5797" h="5388" extrusionOk="0">
                  <a:moveTo>
                    <a:pt x="1355" y="0"/>
                  </a:moveTo>
                  <a:cubicBezTo>
                    <a:pt x="0" y="1386"/>
                    <a:pt x="158" y="3340"/>
                    <a:pt x="1292" y="4474"/>
                  </a:cubicBezTo>
                  <a:cubicBezTo>
                    <a:pt x="1890" y="5072"/>
                    <a:pt x="2710" y="5388"/>
                    <a:pt x="3497" y="5388"/>
                  </a:cubicBezTo>
                  <a:cubicBezTo>
                    <a:pt x="4348" y="5388"/>
                    <a:pt x="5135" y="5072"/>
                    <a:pt x="5797" y="4411"/>
                  </a:cubicBezTo>
                  <a:lnTo>
                    <a:pt x="4820" y="3434"/>
                  </a:lnTo>
                  <a:cubicBezTo>
                    <a:pt x="4431" y="3824"/>
                    <a:pt x="3964" y="3997"/>
                    <a:pt x="3516" y="3997"/>
                  </a:cubicBezTo>
                  <a:cubicBezTo>
                    <a:pt x="3058" y="3997"/>
                    <a:pt x="2619" y="3816"/>
                    <a:pt x="2300" y="3497"/>
                  </a:cubicBezTo>
                  <a:cubicBezTo>
                    <a:pt x="2174" y="3371"/>
                    <a:pt x="2174" y="3151"/>
                    <a:pt x="2300" y="3025"/>
                  </a:cubicBezTo>
                  <a:cubicBezTo>
                    <a:pt x="2347" y="2962"/>
                    <a:pt x="2434" y="2930"/>
                    <a:pt x="2524" y="2930"/>
                  </a:cubicBezTo>
                  <a:cubicBezTo>
                    <a:pt x="2615" y="2930"/>
                    <a:pt x="2710" y="2962"/>
                    <a:pt x="2773" y="3025"/>
                  </a:cubicBezTo>
                  <a:cubicBezTo>
                    <a:pt x="2962" y="3229"/>
                    <a:pt x="3214" y="3348"/>
                    <a:pt x="3481" y="3348"/>
                  </a:cubicBezTo>
                  <a:cubicBezTo>
                    <a:pt x="3749" y="3348"/>
                    <a:pt x="4033" y="3229"/>
                    <a:pt x="4285" y="2962"/>
                  </a:cubicBezTo>
                  <a:lnTo>
                    <a:pt x="1355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" name="Google Shape;272;p33"/>
            <p:cNvSpPr/>
            <p:nvPr/>
          </p:nvSpPr>
          <p:spPr>
            <a:xfrm>
              <a:off x="-26581275" y="3917025"/>
              <a:ext cx="311125" cy="295600"/>
            </a:xfrm>
            <a:custGeom>
              <a:avLst/>
              <a:gdLst/>
              <a:ahLst/>
              <a:cxnLst/>
              <a:rect l="l" t="t" r="r" b="b"/>
              <a:pathLst>
                <a:path w="12445" h="11824" extrusionOk="0">
                  <a:moveTo>
                    <a:pt x="3419" y="1356"/>
                  </a:moveTo>
                  <a:cubicBezTo>
                    <a:pt x="3506" y="1356"/>
                    <a:pt x="3592" y="1379"/>
                    <a:pt x="3655" y="1426"/>
                  </a:cubicBezTo>
                  <a:cubicBezTo>
                    <a:pt x="3781" y="1552"/>
                    <a:pt x="3781" y="1741"/>
                    <a:pt x="3655" y="1899"/>
                  </a:cubicBezTo>
                  <a:cubicBezTo>
                    <a:pt x="3592" y="1962"/>
                    <a:pt x="3506" y="1994"/>
                    <a:pt x="3419" y="1994"/>
                  </a:cubicBezTo>
                  <a:cubicBezTo>
                    <a:pt x="3332" y="1994"/>
                    <a:pt x="3246" y="1962"/>
                    <a:pt x="3183" y="1899"/>
                  </a:cubicBezTo>
                  <a:cubicBezTo>
                    <a:pt x="3057" y="1804"/>
                    <a:pt x="3057" y="1552"/>
                    <a:pt x="3183" y="1426"/>
                  </a:cubicBezTo>
                  <a:cubicBezTo>
                    <a:pt x="3246" y="1379"/>
                    <a:pt x="3332" y="1356"/>
                    <a:pt x="3419" y="1356"/>
                  </a:cubicBezTo>
                  <a:close/>
                  <a:moveTo>
                    <a:pt x="4364" y="2277"/>
                  </a:moveTo>
                  <a:cubicBezTo>
                    <a:pt x="4451" y="2277"/>
                    <a:pt x="4537" y="2309"/>
                    <a:pt x="4600" y="2372"/>
                  </a:cubicBezTo>
                  <a:cubicBezTo>
                    <a:pt x="4726" y="2498"/>
                    <a:pt x="4726" y="2718"/>
                    <a:pt x="4600" y="2844"/>
                  </a:cubicBezTo>
                  <a:cubicBezTo>
                    <a:pt x="4537" y="2907"/>
                    <a:pt x="4451" y="2939"/>
                    <a:pt x="4364" y="2939"/>
                  </a:cubicBezTo>
                  <a:cubicBezTo>
                    <a:pt x="4277" y="2939"/>
                    <a:pt x="4191" y="2907"/>
                    <a:pt x="4128" y="2844"/>
                  </a:cubicBezTo>
                  <a:cubicBezTo>
                    <a:pt x="4002" y="2750"/>
                    <a:pt x="4002" y="2529"/>
                    <a:pt x="4128" y="2372"/>
                  </a:cubicBezTo>
                  <a:cubicBezTo>
                    <a:pt x="4191" y="2309"/>
                    <a:pt x="4277" y="2277"/>
                    <a:pt x="4364" y="2277"/>
                  </a:cubicBezTo>
                  <a:close/>
                  <a:moveTo>
                    <a:pt x="3179" y="2561"/>
                  </a:moveTo>
                  <a:cubicBezTo>
                    <a:pt x="3269" y="2561"/>
                    <a:pt x="3356" y="2592"/>
                    <a:pt x="3403" y="2655"/>
                  </a:cubicBezTo>
                  <a:cubicBezTo>
                    <a:pt x="3529" y="2781"/>
                    <a:pt x="3529" y="2970"/>
                    <a:pt x="3403" y="3128"/>
                  </a:cubicBezTo>
                  <a:cubicBezTo>
                    <a:pt x="3356" y="3191"/>
                    <a:pt x="3269" y="3222"/>
                    <a:pt x="3179" y="3222"/>
                  </a:cubicBezTo>
                  <a:cubicBezTo>
                    <a:pt x="3088" y="3222"/>
                    <a:pt x="2994" y="3191"/>
                    <a:pt x="2931" y="3128"/>
                  </a:cubicBezTo>
                  <a:cubicBezTo>
                    <a:pt x="2836" y="3002"/>
                    <a:pt x="2836" y="2781"/>
                    <a:pt x="2931" y="2655"/>
                  </a:cubicBezTo>
                  <a:cubicBezTo>
                    <a:pt x="2994" y="2592"/>
                    <a:pt x="3088" y="2561"/>
                    <a:pt x="3179" y="2561"/>
                  </a:cubicBezTo>
                  <a:close/>
                  <a:moveTo>
                    <a:pt x="1970" y="2813"/>
                  </a:moveTo>
                  <a:cubicBezTo>
                    <a:pt x="2056" y="2813"/>
                    <a:pt x="2143" y="2844"/>
                    <a:pt x="2206" y="2907"/>
                  </a:cubicBezTo>
                  <a:cubicBezTo>
                    <a:pt x="2300" y="3002"/>
                    <a:pt x="2300" y="3254"/>
                    <a:pt x="2206" y="3380"/>
                  </a:cubicBezTo>
                  <a:cubicBezTo>
                    <a:pt x="2143" y="3427"/>
                    <a:pt x="2048" y="3451"/>
                    <a:pt x="1958" y="3451"/>
                  </a:cubicBezTo>
                  <a:cubicBezTo>
                    <a:pt x="1867" y="3451"/>
                    <a:pt x="1781" y="3427"/>
                    <a:pt x="1733" y="3380"/>
                  </a:cubicBezTo>
                  <a:cubicBezTo>
                    <a:pt x="1607" y="3254"/>
                    <a:pt x="1607" y="3002"/>
                    <a:pt x="1733" y="2907"/>
                  </a:cubicBezTo>
                  <a:cubicBezTo>
                    <a:pt x="1796" y="2844"/>
                    <a:pt x="1883" y="2813"/>
                    <a:pt x="1970" y="2813"/>
                  </a:cubicBezTo>
                  <a:close/>
                  <a:moveTo>
                    <a:pt x="2946" y="3789"/>
                  </a:moveTo>
                  <a:cubicBezTo>
                    <a:pt x="3033" y="3789"/>
                    <a:pt x="3120" y="3821"/>
                    <a:pt x="3183" y="3884"/>
                  </a:cubicBezTo>
                  <a:cubicBezTo>
                    <a:pt x="3309" y="4010"/>
                    <a:pt x="3309" y="4199"/>
                    <a:pt x="3183" y="4356"/>
                  </a:cubicBezTo>
                  <a:cubicBezTo>
                    <a:pt x="3120" y="4419"/>
                    <a:pt x="3033" y="4451"/>
                    <a:pt x="2946" y="4451"/>
                  </a:cubicBezTo>
                  <a:cubicBezTo>
                    <a:pt x="2860" y="4451"/>
                    <a:pt x="2773" y="4419"/>
                    <a:pt x="2710" y="4356"/>
                  </a:cubicBezTo>
                  <a:cubicBezTo>
                    <a:pt x="2584" y="4230"/>
                    <a:pt x="2584" y="4010"/>
                    <a:pt x="2710" y="3884"/>
                  </a:cubicBezTo>
                  <a:cubicBezTo>
                    <a:pt x="2773" y="3821"/>
                    <a:pt x="2860" y="3789"/>
                    <a:pt x="2946" y="3789"/>
                  </a:cubicBezTo>
                  <a:close/>
                  <a:moveTo>
                    <a:pt x="9480" y="7381"/>
                  </a:moveTo>
                  <a:cubicBezTo>
                    <a:pt x="9570" y="7381"/>
                    <a:pt x="9657" y="7412"/>
                    <a:pt x="9704" y="7475"/>
                  </a:cubicBezTo>
                  <a:cubicBezTo>
                    <a:pt x="9830" y="7570"/>
                    <a:pt x="9830" y="7822"/>
                    <a:pt x="9704" y="7948"/>
                  </a:cubicBezTo>
                  <a:cubicBezTo>
                    <a:pt x="9657" y="7995"/>
                    <a:pt x="9570" y="8019"/>
                    <a:pt x="9480" y="8019"/>
                  </a:cubicBezTo>
                  <a:cubicBezTo>
                    <a:pt x="9389" y="8019"/>
                    <a:pt x="9295" y="7995"/>
                    <a:pt x="9232" y="7948"/>
                  </a:cubicBezTo>
                  <a:cubicBezTo>
                    <a:pt x="9074" y="7822"/>
                    <a:pt x="9074" y="7633"/>
                    <a:pt x="9232" y="7475"/>
                  </a:cubicBezTo>
                  <a:cubicBezTo>
                    <a:pt x="9295" y="7412"/>
                    <a:pt x="9389" y="7381"/>
                    <a:pt x="9480" y="7381"/>
                  </a:cubicBezTo>
                  <a:close/>
                  <a:moveTo>
                    <a:pt x="5955" y="3640"/>
                  </a:moveTo>
                  <a:cubicBezTo>
                    <a:pt x="6223" y="3640"/>
                    <a:pt x="6491" y="3742"/>
                    <a:pt x="6680" y="3947"/>
                  </a:cubicBezTo>
                  <a:lnTo>
                    <a:pt x="8129" y="5396"/>
                  </a:lnTo>
                  <a:cubicBezTo>
                    <a:pt x="8538" y="5806"/>
                    <a:pt x="8538" y="6467"/>
                    <a:pt x="8129" y="6877"/>
                  </a:cubicBezTo>
                  <a:lnTo>
                    <a:pt x="7152" y="7853"/>
                  </a:lnTo>
                  <a:cubicBezTo>
                    <a:pt x="6963" y="8058"/>
                    <a:pt x="6695" y="8161"/>
                    <a:pt x="6428" y="8161"/>
                  </a:cubicBezTo>
                  <a:cubicBezTo>
                    <a:pt x="6160" y="8161"/>
                    <a:pt x="5892" y="8058"/>
                    <a:pt x="5703" y="7853"/>
                  </a:cubicBezTo>
                  <a:lnTo>
                    <a:pt x="4254" y="6404"/>
                  </a:lnTo>
                  <a:cubicBezTo>
                    <a:pt x="3844" y="5995"/>
                    <a:pt x="3844" y="5333"/>
                    <a:pt x="4254" y="4955"/>
                  </a:cubicBezTo>
                  <a:lnTo>
                    <a:pt x="5230" y="3947"/>
                  </a:lnTo>
                  <a:cubicBezTo>
                    <a:pt x="5419" y="3742"/>
                    <a:pt x="5687" y="3640"/>
                    <a:pt x="5955" y="3640"/>
                  </a:cubicBezTo>
                  <a:close/>
                  <a:moveTo>
                    <a:pt x="10464" y="8357"/>
                  </a:moveTo>
                  <a:cubicBezTo>
                    <a:pt x="10555" y="8357"/>
                    <a:pt x="10649" y="8389"/>
                    <a:pt x="10712" y="8452"/>
                  </a:cubicBezTo>
                  <a:cubicBezTo>
                    <a:pt x="10807" y="8578"/>
                    <a:pt x="10807" y="8799"/>
                    <a:pt x="10712" y="8925"/>
                  </a:cubicBezTo>
                  <a:cubicBezTo>
                    <a:pt x="10649" y="8988"/>
                    <a:pt x="10555" y="9019"/>
                    <a:pt x="10464" y="9019"/>
                  </a:cubicBezTo>
                  <a:cubicBezTo>
                    <a:pt x="10374" y="9019"/>
                    <a:pt x="10287" y="8988"/>
                    <a:pt x="10240" y="8925"/>
                  </a:cubicBezTo>
                  <a:cubicBezTo>
                    <a:pt x="10082" y="8799"/>
                    <a:pt x="10082" y="8610"/>
                    <a:pt x="10240" y="8452"/>
                  </a:cubicBezTo>
                  <a:cubicBezTo>
                    <a:pt x="10287" y="8389"/>
                    <a:pt x="10374" y="8357"/>
                    <a:pt x="10464" y="8357"/>
                  </a:cubicBezTo>
                  <a:close/>
                  <a:moveTo>
                    <a:pt x="9247" y="8602"/>
                  </a:moveTo>
                  <a:cubicBezTo>
                    <a:pt x="9334" y="8602"/>
                    <a:pt x="9421" y="8625"/>
                    <a:pt x="9484" y="8673"/>
                  </a:cubicBezTo>
                  <a:cubicBezTo>
                    <a:pt x="9610" y="8799"/>
                    <a:pt x="9610" y="9051"/>
                    <a:pt x="9484" y="9145"/>
                  </a:cubicBezTo>
                  <a:cubicBezTo>
                    <a:pt x="9421" y="9208"/>
                    <a:pt x="9334" y="9240"/>
                    <a:pt x="9247" y="9240"/>
                  </a:cubicBezTo>
                  <a:cubicBezTo>
                    <a:pt x="9161" y="9240"/>
                    <a:pt x="9074" y="9208"/>
                    <a:pt x="9011" y="9145"/>
                  </a:cubicBezTo>
                  <a:cubicBezTo>
                    <a:pt x="8854" y="9051"/>
                    <a:pt x="8854" y="8830"/>
                    <a:pt x="9011" y="8673"/>
                  </a:cubicBezTo>
                  <a:cubicBezTo>
                    <a:pt x="9074" y="8625"/>
                    <a:pt x="9161" y="8602"/>
                    <a:pt x="9247" y="8602"/>
                  </a:cubicBezTo>
                  <a:close/>
                  <a:moveTo>
                    <a:pt x="8030" y="8862"/>
                  </a:moveTo>
                  <a:cubicBezTo>
                    <a:pt x="8121" y="8862"/>
                    <a:pt x="8208" y="8893"/>
                    <a:pt x="8255" y="8956"/>
                  </a:cubicBezTo>
                  <a:cubicBezTo>
                    <a:pt x="8381" y="9082"/>
                    <a:pt x="8381" y="9303"/>
                    <a:pt x="8255" y="9429"/>
                  </a:cubicBezTo>
                  <a:cubicBezTo>
                    <a:pt x="8192" y="9492"/>
                    <a:pt x="8105" y="9523"/>
                    <a:pt x="8019" y="9523"/>
                  </a:cubicBezTo>
                  <a:cubicBezTo>
                    <a:pt x="7932" y="9523"/>
                    <a:pt x="7845" y="9492"/>
                    <a:pt x="7782" y="9429"/>
                  </a:cubicBezTo>
                  <a:cubicBezTo>
                    <a:pt x="7656" y="9303"/>
                    <a:pt x="7656" y="9082"/>
                    <a:pt x="7782" y="8956"/>
                  </a:cubicBezTo>
                  <a:cubicBezTo>
                    <a:pt x="7845" y="8893"/>
                    <a:pt x="7940" y="8862"/>
                    <a:pt x="8030" y="8862"/>
                  </a:cubicBezTo>
                  <a:close/>
                  <a:moveTo>
                    <a:pt x="8964" y="9862"/>
                  </a:moveTo>
                  <a:cubicBezTo>
                    <a:pt x="9050" y="9862"/>
                    <a:pt x="9137" y="9885"/>
                    <a:pt x="9200" y="9933"/>
                  </a:cubicBezTo>
                  <a:cubicBezTo>
                    <a:pt x="9326" y="10059"/>
                    <a:pt x="9326" y="10279"/>
                    <a:pt x="9200" y="10405"/>
                  </a:cubicBezTo>
                  <a:cubicBezTo>
                    <a:pt x="9137" y="10468"/>
                    <a:pt x="9050" y="10500"/>
                    <a:pt x="8964" y="10500"/>
                  </a:cubicBezTo>
                  <a:cubicBezTo>
                    <a:pt x="8877" y="10500"/>
                    <a:pt x="8791" y="10468"/>
                    <a:pt x="8727" y="10405"/>
                  </a:cubicBezTo>
                  <a:cubicBezTo>
                    <a:pt x="8601" y="10311"/>
                    <a:pt x="8601" y="10059"/>
                    <a:pt x="8727" y="9933"/>
                  </a:cubicBezTo>
                  <a:cubicBezTo>
                    <a:pt x="8791" y="9885"/>
                    <a:pt x="8877" y="9862"/>
                    <a:pt x="8964" y="9862"/>
                  </a:cubicBezTo>
                  <a:close/>
                  <a:moveTo>
                    <a:pt x="3415" y="1"/>
                  </a:moveTo>
                  <a:cubicBezTo>
                    <a:pt x="2616" y="1"/>
                    <a:pt x="1812" y="308"/>
                    <a:pt x="1198" y="922"/>
                  </a:cubicBezTo>
                  <a:cubicBezTo>
                    <a:pt x="1" y="2151"/>
                    <a:pt x="1" y="4104"/>
                    <a:pt x="1198" y="5333"/>
                  </a:cubicBezTo>
                  <a:lnTo>
                    <a:pt x="6806" y="10941"/>
                  </a:lnTo>
                  <a:cubicBezTo>
                    <a:pt x="7404" y="11508"/>
                    <a:pt x="8223" y="11823"/>
                    <a:pt x="9011" y="11823"/>
                  </a:cubicBezTo>
                  <a:cubicBezTo>
                    <a:pt x="9799" y="11823"/>
                    <a:pt x="10618" y="11508"/>
                    <a:pt x="11216" y="10941"/>
                  </a:cubicBezTo>
                  <a:cubicBezTo>
                    <a:pt x="12445" y="9712"/>
                    <a:pt x="12445" y="7727"/>
                    <a:pt x="11216" y="6530"/>
                  </a:cubicBezTo>
                  <a:lnTo>
                    <a:pt x="5609" y="922"/>
                  </a:lnTo>
                  <a:cubicBezTo>
                    <a:pt x="5010" y="308"/>
                    <a:pt x="4214" y="1"/>
                    <a:pt x="341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3" name="Google Shape;273;p33"/>
          <p:cNvGrpSpPr/>
          <p:nvPr/>
        </p:nvGrpSpPr>
        <p:grpSpPr>
          <a:xfrm>
            <a:off x="2030844" y="2110839"/>
            <a:ext cx="209634" cy="203107"/>
            <a:chOff x="-26583625" y="3917025"/>
            <a:chExt cx="315050" cy="295600"/>
          </a:xfrm>
        </p:grpSpPr>
        <p:sp>
          <p:nvSpPr>
            <p:cNvPr id="274" name="Google Shape;274;p33"/>
            <p:cNvSpPr/>
            <p:nvPr/>
          </p:nvSpPr>
          <p:spPr>
            <a:xfrm>
              <a:off x="-26413500" y="3918400"/>
              <a:ext cx="144925" cy="135125"/>
            </a:xfrm>
            <a:custGeom>
              <a:avLst/>
              <a:gdLst/>
              <a:ahLst/>
              <a:cxnLst/>
              <a:rect l="l" t="t" r="r" b="b"/>
              <a:pathLst>
                <a:path w="5797" h="5405" extrusionOk="0">
                  <a:moveTo>
                    <a:pt x="2317" y="1"/>
                  </a:moveTo>
                  <a:cubicBezTo>
                    <a:pt x="1515" y="1"/>
                    <a:pt x="685" y="309"/>
                    <a:pt x="0" y="993"/>
                  </a:cubicBezTo>
                  <a:lnTo>
                    <a:pt x="1008" y="1970"/>
                  </a:lnTo>
                  <a:cubicBezTo>
                    <a:pt x="1398" y="1581"/>
                    <a:pt x="1864" y="1407"/>
                    <a:pt x="2313" y="1407"/>
                  </a:cubicBezTo>
                  <a:cubicBezTo>
                    <a:pt x="2771" y="1407"/>
                    <a:pt x="3210" y="1588"/>
                    <a:pt x="3529" y="1907"/>
                  </a:cubicBezTo>
                  <a:cubicBezTo>
                    <a:pt x="3623" y="2002"/>
                    <a:pt x="3623" y="2254"/>
                    <a:pt x="3529" y="2380"/>
                  </a:cubicBezTo>
                  <a:cubicBezTo>
                    <a:pt x="3450" y="2427"/>
                    <a:pt x="3348" y="2450"/>
                    <a:pt x="3249" y="2450"/>
                  </a:cubicBezTo>
                  <a:cubicBezTo>
                    <a:pt x="3151" y="2450"/>
                    <a:pt x="3056" y="2427"/>
                    <a:pt x="2993" y="2380"/>
                  </a:cubicBezTo>
                  <a:cubicBezTo>
                    <a:pt x="2804" y="2175"/>
                    <a:pt x="2552" y="2057"/>
                    <a:pt x="2284" y="2057"/>
                  </a:cubicBezTo>
                  <a:cubicBezTo>
                    <a:pt x="2016" y="2057"/>
                    <a:pt x="1733" y="2175"/>
                    <a:pt x="1481" y="2443"/>
                  </a:cubicBezTo>
                  <a:lnTo>
                    <a:pt x="4411" y="5404"/>
                  </a:lnTo>
                  <a:cubicBezTo>
                    <a:pt x="5797" y="4018"/>
                    <a:pt x="5640" y="2065"/>
                    <a:pt x="4505" y="899"/>
                  </a:cubicBezTo>
                  <a:cubicBezTo>
                    <a:pt x="3931" y="325"/>
                    <a:pt x="3139" y="1"/>
                    <a:pt x="231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" name="Google Shape;275;p33"/>
            <p:cNvSpPr/>
            <p:nvPr/>
          </p:nvSpPr>
          <p:spPr>
            <a:xfrm>
              <a:off x="-26466275" y="4026700"/>
              <a:ext cx="78775" cy="77225"/>
            </a:xfrm>
            <a:custGeom>
              <a:avLst/>
              <a:gdLst/>
              <a:ahLst/>
              <a:cxnLst/>
              <a:rect l="l" t="t" r="r" b="b"/>
              <a:pathLst>
                <a:path w="3151" h="3089" extrusionOk="0">
                  <a:moveTo>
                    <a:pt x="1339" y="1"/>
                  </a:moveTo>
                  <a:cubicBezTo>
                    <a:pt x="1253" y="1"/>
                    <a:pt x="1166" y="32"/>
                    <a:pt x="1103" y="95"/>
                  </a:cubicBezTo>
                  <a:lnTo>
                    <a:pt x="126" y="1072"/>
                  </a:lnTo>
                  <a:cubicBezTo>
                    <a:pt x="0" y="1198"/>
                    <a:pt x="0" y="1387"/>
                    <a:pt x="126" y="1545"/>
                  </a:cubicBezTo>
                  <a:lnTo>
                    <a:pt x="1576" y="2994"/>
                  </a:lnTo>
                  <a:cubicBezTo>
                    <a:pt x="1639" y="3057"/>
                    <a:pt x="1725" y="3088"/>
                    <a:pt x="1812" y="3088"/>
                  </a:cubicBezTo>
                  <a:cubicBezTo>
                    <a:pt x="1899" y="3088"/>
                    <a:pt x="1985" y="3057"/>
                    <a:pt x="2048" y="2994"/>
                  </a:cubicBezTo>
                  <a:lnTo>
                    <a:pt x="3025" y="2017"/>
                  </a:lnTo>
                  <a:cubicBezTo>
                    <a:pt x="3151" y="1891"/>
                    <a:pt x="3151" y="1671"/>
                    <a:pt x="3025" y="1545"/>
                  </a:cubicBezTo>
                  <a:lnTo>
                    <a:pt x="1576" y="95"/>
                  </a:lnTo>
                  <a:cubicBezTo>
                    <a:pt x="1513" y="32"/>
                    <a:pt x="1426" y="1"/>
                    <a:pt x="133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" name="Google Shape;276;p33"/>
            <p:cNvSpPr/>
            <p:nvPr/>
          </p:nvSpPr>
          <p:spPr>
            <a:xfrm>
              <a:off x="-26583625" y="4077125"/>
              <a:ext cx="144925" cy="134700"/>
            </a:xfrm>
            <a:custGeom>
              <a:avLst/>
              <a:gdLst/>
              <a:ahLst/>
              <a:cxnLst/>
              <a:rect l="l" t="t" r="r" b="b"/>
              <a:pathLst>
                <a:path w="5797" h="5388" extrusionOk="0">
                  <a:moveTo>
                    <a:pt x="1355" y="0"/>
                  </a:moveTo>
                  <a:cubicBezTo>
                    <a:pt x="0" y="1386"/>
                    <a:pt x="158" y="3340"/>
                    <a:pt x="1292" y="4474"/>
                  </a:cubicBezTo>
                  <a:cubicBezTo>
                    <a:pt x="1890" y="5072"/>
                    <a:pt x="2710" y="5388"/>
                    <a:pt x="3497" y="5388"/>
                  </a:cubicBezTo>
                  <a:cubicBezTo>
                    <a:pt x="4348" y="5388"/>
                    <a:pt x="5135" y="5072"/>
                    <a:pt x="5797" y="4411"/>
                  </a:cubicBezTo>
                  <a:lnTo>
                    <a:pt x="4820" y="3434"/>
                  </a:lnTo>
                  <a:cubicBezTo>
                    <a:pt x="4431" y="3824"/>
                    <a:pt x="3964" y="3997"/>
                    <a:pt x="3516" y="3997"/>
                  </a:cubicBezTo>
                  <a:cubicBezTo>
                    <a:pt x="3058" y="3997"/>
                    <a:pt x="2619" y="3816"/>
                    <a:pt x="2300" y="3497"/>
                  </a:cubicBezTo>
                  <a:cubicBezTo>
                    <a:pt x="2174" y="3371"/>
                    <a:pt x="2174" y="3151"/>
                    <a:pt x="2300" y="3025"/>
                  </a:cubicBezTo>
                  <a:cubicBezTo>
                    <a:pt x="2347" y="2962"/>
                    <a:pt x="2434" y="2930"/>
                    <a:pt x="2524" y="2930"/>
                  </a:cubicBezTo>
                  <a:cubicBezTo>
                    <a:pt x="2615" y="2930"/>
                    <a:pt x="2710" y="2962"/>
                    <a:pt x="2773" y="3025"/>
                  </a:cubicBezTo>
                  <a:cubicBezTo>
                    <a:pt x="2962" y="3229"/>
                    <a:pt x="3214" y="3348"/>
                    <a:pt x="3481" y="3348"/>
                  </a:cubicBezTo>
                  <a:cubicBezTo>
                    <a:pt x="3749" y="3348"/>
                    <a:pt x="4033" y="3229"/>
                    <a:pt x="4285" y="2962"/>
                  </a:cubicBezTo>
                  <a:lnTo>
                    <a:pt x="1355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" name="Google Shape;277;p33"/>
            <p:cNvSpPr/>
            <p:nvPr/>
          </p:nvSpPr>
          <p:spPr>
            <a:xfrm>
              <a:off x="-26581275" y="3917025"/>
              <a:ext cx="311125" cy="295600"/>
            </a:xfrm>
            <a:custGeom>
              <a:avLst/>
              <a:gdLst/>
              <a:ahLst/>
              <a:cxnLst/>
              <a:rect l="l" t="t" r="r" b="b"/>
              <a:pathLst>
                <a:path w="12445" h="11824" extrusionOk="0">
                  <a:moveTo>
                    <a:pt x="3419" y="1356"/>
                  </a:moveTo>
                  <a:cubicBezTo>
                    <a:pt x="3506" y="1356"/>
                    <a:pt x="3592" y="1379"/>
                    <a:pt x="3655" y="1426"/>
                  </a:cubicBezTo>
                  <a:cubicBezTo>
                    <a:pt x="3781" y="1552"/>
                    <a:pt x="3781" y="1741"/>
                    <a:pt x="3655" y="1899"/>
                  </a:cubicBezTo>
                  <a:cubicBezTo>
                    <a:pt x="3592" y="1962"/>
                    <a:pt x="3506" y="1994"/>
                    <a:pt x="3419" y="1994"/>
                  </a:cubicBezTo>
                  <a:cubicBezTo>
                    <a:pt x="3332" y="1994"/>
                    <a:pt x="3246" y="1962"/>
                    <a:pt x="3183" y="1899"/>
                  </a:cubicBezTo>
                  <a:cubicBezTo>
                    <a:pt x="3057" y="1804"/>
                    <a:pt x="3057" y="1552"/>
                    <a:pt x="3183" y="1426"/>
                  </a:cubicBezTo>
                  <a:cubicBezTo>
                    <a:pt x="3246" y="1379"/>
                    <a:pt x="3332" y="1356"/>
                    <a:pt x="3419" y="1356"/>
                  </a:cubicBezTo>
                  <a:close/>
                  <a:moveTo>
                    <a:pt x="4364" y="2277"/>
                  </a:moveTo>
                  <a:cubicBezTo>
                    <a:pt x="4451" y="2277"/>
                    <a:pt x="4537" y="2309"/>
                    <a:pt x="4600" y="2372"/>
                  </a:cubicBezTo>
                  <a:cubicBezTo>
                    <a:pt x="4726" y="2498"/>
                    <a:pt x="4726" y="2718"/>
                    <a:pt x="4600" y="2844"/>
                  </a:cubicBezTo>
                  <a:cubicBezTo>
                    <a:pt x="4537" y="2907"/>
                    <a:pt x="4451" y="2939"/>
                    <a:pt x="4364" y="2939"/>
                  </a:cubicBezTo>
                  <a:cubicBezTo>
                    <a:pt x="4277" y="2939"/>
                    <a:pt x="4191" y="2907"/>
                    <a:pt x="4128" y="2844"/>
                  </a:cubicBezTo>
                  <a:cubicBezTo>
                    <a:pt x="4002" y="2750"/>
                    <a:pt x="4002" y="2529"/>
                    <a:pt x="4128" y="2372"/>
                  </a:cubicBezTo>
                  <a:cubicBezTo>
                    <a:pt x="4191" y="2309"/>
                    <a:pt x="4277" y="2277"/>
                    <a:pt x="4364" y="2277"/>
                  </a:cubicBezTo>
                  <a:close/>
                  <a:moveTo>
                    <a:pt x="3179" y="2561"/>
                  </a:moveTo>
                  <a:cubicBezTo>
                    <a:pt x="3269" y="2561"/>
                    <a:pt x="3356" y="2592"/>
                    <a:pt x="3403" y="2655"/>
                  </a:cubicBezTo>
                  <a:cubicBezTo>
                    <a:pt x="3529" y="2781"/>
                    <a:pt x="3529" y="2970"/>
                    <a:pt x="3403" y="3128"/>
                  </a:cubicBezTo>
                  <a:cubicBezTo>
                    <a:pt x="3356" y="3191"/>
                    <a:pt x="3269" y="3222"/>
                    <a:pt x="3179" y="3222"/>
                  </a:cubicBezTo>
                  <a:cubicBezTo>
                    <a:pt x="3088" y="3222"/>
                    <a:pt x="2994" y="3191"/>
                    <a:pt x="2931" y="3128"/>
                  </a:cubicBezTo>
                  <a:cubicBezTo>
                    <a:pt x="2836" y="3002"/>
                    <a:pt x="2836" y="2781"/>
                    <a:pt x="2931" y="2655"/>
                  </a:cubicBezTo>
                  <a:cubicBezTo>
                    <a:pt x="2994" y="2592"/>
                    <a:pt x="3088" y="2561"/>
                    <a:pt x="3179" y="2561"/>
                  </a:cubicBezTo>
                  <a:close/>
                  <a:moveTo>
                    <a:pt x="1970" y="2813"/>
                  </a:moveTo>
                  <a:cubicBezTo>
                    <a:pt x="2056" y="2813"/>
                    <a:pt x="2143" y="2844"/>
                    <a:pt x="2206" y="2907"/>
                  </a:cubicBezTo>
                  <a:cubicBezTo>
                    <a:pt x="2300" y="3002"/>
                    <a:pt x="2300" y="3254"/>
                    <a:pt x="2206" y="3380"/>
                  </a:cubicBezTo>
                  <a:cubicBezTo>
                    <a:pt x="2143" y="3427"/>
                    <a:pt x="2048" y="3451"/>
                    <a:pt x="1958" y="3451"/>
                  </a:cubicBezTo>
                  <a:cubicBezTo>
                    <a:pt x="1867" y="3451"/>
                    <a:pt x="1781" y="3427"/>
                    <a:pt x="1733" y="3380"/>
                  </a:cubicBezTo>
                  <a:cubicBezTo>
                    <a:pt x="1607" y="3254"/>
                    <a:pt x="1607" y="3002"/>
                    <a:pt x="1733" y="2907"/>
                  </a:cubicBezTo>
                  <a:cubicBezTo>
                    <a:pt x="1796" y="2844"/>
                    <a:pt x="1883" y="2813"/>
                    <a:pt x="1970" y="2813"/>
                  </a:cubicBezTo>
                  <a:close/>
                  <a:moveTo>
                    <a:pt x="2946" y="3789"/>
                  </a:moveTo>
                  <a:cubicBezTo>
                    <a:pt x="3033" y="3789"/>
                    <a:pt x="3120" y="3821"/>
                    <a:pt x="3183" y="3884"/>
                  </a:cubicBezTo>
                  <a:cubicBezTo>
                    <a:pt x="3309" y="4010"/>
                    <a:pt x="3309" y="4199"/>
                    <a:pt x="3183" y="4356"/>
                  </a:cubicBezTo>
                  <a:cubicBezTo>
                    <a:pt x="3120" y="4419"/>
                    <a:pt x="3033" y="4451"/>
                    <a:pt x="2946" y="4451"/>
                  </a:cubicBezTo>
                  <a:cubicBezTo>
                    <a:pt x="2860" y="4451"/>
                    <a:pt x="2773" y="4419"/>
                    <a:pt x="2710" y="4356"/>
                  </a:cubicBezTo>
                  <a:cubicBezTo>
                    <a:pt x="2584" y="4230"/>
                    <a:pt x="2584" y="4010"/>
                    <a:pt x="2710" y="3884"/>
                  </a:cubicBezTo>
                  <a:cubicBezTo>
                    <a:pt x="2773" y="3821"/>
                    <a:pt x="2860" y="3789"/>
                    <a:pt x="2946" y="3789"/>
                  </a:cubicBezTo>
                  <a:close/>
                  <a:moveTo>
                    <a:pt x="9480" y="7381"/>
                  </a:moveTo>
                  <a:cubicBezTo>
                    <a:pt x="9570" y="7381"/>
                    <a:pt x="9657" y="7412"/>
                    <a:pt x="9704" y="7475"/>
                  </a:cubicBezTo>
                  <a:cubicBezTo>
                    <a:pt x="9830" y="7570"/>
                    <a:pt x="9830" y="7822"/>
                    <a:pt x="9704" y="7948"/>
                  </a:cubicBezTo>
                  <a:cubicBezTo>
                    <a:pt x="9657" y="7995"/>
                    <a:pt x="9570" y="8019"/>
                    <a:pt x="9480" y="8019"/>
                  </a:cubicBezTo>
                  <a:cubicBezTo>
                    <a:pt x="9389" y="8019"/>
                    <a:pt x="9295" y="7995"/>
                    <a:pt x="9232" y="7948"/>
                  </a:cubicBezTo>
                  <a:cubicBezTo>
                    <a:pt x="9074" y="7822"/>
                    <a:pt x="9074" y="7633"/>
                    <a:pt x="9232" y="7475"/>
                  </a:cubicBezTo>
                  <a:cubicBezTo>
                    <a:pt x="9295" y="7412"/>
                    <a:pt x="9389" y="7381"/>
                    <a:pt x="9480" y="7381"/>
                  </a:cubicBezTo>
                  <a:close/>
                  <a:moveTo>
                    <a:pt x="5955" y="3640"/>
                  </a:moveTo>
                  <a:cubicBezTo>
                    <a:pt x="6223" y="3640"/>
                    <a:pt x="6491" y="3742"/>
                    <a:pt x="6680" y="3947"/>
                  </a:cubicBezTo>
                  <a:lnTo>
                    <a:pt x="8129" y="5396"/>
                  </a:lnTo>
                  <a:cubicBezTo>
                    <a:pt x="8538" y="5806"/>
                    <a:pt x="8538" y="6467"/>
                    <a:pt x="8129" y="6877"/>
                  </a:cubicBezTo>
                  <a:lnTo>
                    <a:pt x="7152" y="7853"/>
                  </a:lnTo>
                  <a:cubicBezTo>
                    <a:pt x="6963" y="8058"/>
                    <a:pt x="6695" y="8161"/>
                    <a:pt x="6428" y="8161"/>
                  </a:cubicBezTo>
                  <a:cubicBezTo>
                    <a:pt x="6160" y="8161"/>
                    <a:pt x="5892" y="8058"/>
                    <a:pt x="5703" y="7853"/>
                  </a:cubicBezTo>
                  <a:lnTo>
                    <a:pt x="4254" y="6404"/>
                  </a:lnTo>
                  <a:cubicBezTo>
                    <a:pt x="3844" y="5995"/>
                    <a:pt x="3844" y="5333"/>
                    <a:pt x="4254" y="4955"/>
                  </a:cubicBezTo>
                  <a:lnTo>
                    <a:pt x="5230" y="3947"/>
                  </a:lnTo>
                  <a:cubicBezTo>
                    <a:pt x="5419" y="3742"/>
                    <a:pt x="5687" y="3640"/>
                    <a:pt x="5955" y="3640"/>
                  </a:cubicBezTo>
                  <a:close/>
                  <a:moveTo>
                    <a:pt x="10464" y="8357"/>
                  </a:moveTo>
                  <a:cubicBezTo>
                    <a:pt x="10555" y="8357"/>
                    <a:pt x="10649" y="8389"/>
                    <a:pt x="10712" y="8452"/>
                  </a:cubicBezTo>
                  <a:cubicBezTo>
                    <a:pt x="10807" y="8578"/>
                    <a:pt x="10807" y="8799"/>
                    <a:pt x="10712" y="8925"/>
                  </a:cubicBezTo>
                  <a:cubicBezTo>
                    <a:pt x="10649" y="8988"/>
                    <a:pt x="10555" y="9019"/>
                    <a:pt x="10464" y="9019"/>
                  </a:cubicBezTo>
                  <a:cubicBezTo>
                    <a:pt x="10374" y="9019"/>
                    <a:pt x="10287" y="8988"/>
                    <a:pt x="10240" y="8925"/>
                  </a:cubicBezTo>
                  <a:cubicBezTo>
                    <a:pt x="10082" y="8799"/>
                    <a:pt x="10082" y="8610"/>
                    <a:pt x="10240" y="8452"/>
                  </a:cubicBezTo>
                  <a:cubicBezTo>
                    <a:pt x="10287" y="8389"/>
                    <a:pt x="10374" y="8357"/>
                    <a:pt x="10464" y="8357"/>
                  </a:cubicBezTo>
                  <a:close/>
                  <a:moveTo>
                    <a:pt x="9247" y="8602"/>
                  </a:moveTo>
                  <a:cubicBezTo>
                    <a:pt x="9334" y="8602"/>
                    <a:pt x="9421" y="8625"/>
                    <a:pt x="9484" y="8673"/>
                  </a:cubicBezTo>
                  <a:cubicBezTo>
                    <a:pt x="9610" y="8799"/>
                    <a:pt x="9610" y="9051"/>
                    <a:pt x="9484" y="9145"/>
                  </a:cubicBezTo>
                  <a:cubicBezTo>
                    <a:pt x="9421" y="9208"/>
                    <a:pt x="9334" y="9240"/>
                    <a:pt x="9247" y="9240"/>
                  </a:cubicBezTo>
                  <a:cubicBezTo>
                    <a:pt x="9161" y="9240"/>
                    <a:pt x="9074" y="9208"/>
                    <a:pt x="9011" y="9145"/>
                  </a:cubicBezTo>
                  <a:cubicBezTo>
                    <a:pt x="8854" y="9051"/>
                    <a:pt x="8854" y="8830"/>
                    <a:pt x="9011" y="8673"/>
                  </a:cubicBezTo>
                  <a:cubicBezTo>
                    <a:pt x="9074" y="8625"/>
                    <a:pt x="9161" y="8602"/>
                    <a:pt x="9247" y="8602"/>
                  </a:cubicBezTo>
                  <a:close/>
                  <a:moveTo>
                    <a:pt x="8030" y="8862"/>
                  </a:moveTo>
                  <a:cubicBezTo>
                    <a:pt x="8121" y="8862"/>
                    <a:pt x="8208" y="8893"/>
                    <a:pt x="8255" y="8956"/>
                  </a:cubicBezTo>
                  <a:cubicBezTo>
                    <a:pt x="8381" y="9082"/>
                    <a:pt x="8381" y="9303"/>
                    <a:pt x="8255" y="9429"/>
                  </a:cubicBezTo>
                  <a:cubicBezTo>
                    <a:pt x="8192" y="9492"/>
                    <a:pt x="8105" y="9523"/>
                    <a:pt x="8019" y="9523"/>
                  </a:cubicBezTo>
                  <a:cubicBezTo>
                    <a:pt x="7932" y="9523"/>
                    <a:pt x="7845" y="9492"/>
                    <a:pt x="7782" y="9429"/>
                  </a:cubicBezTo>
                  <a:cubicBezTo>
                    <a:pt x="7656" y="9303"/>
                    <a:pt x="7656" y="9082"/>
                    <a:pt x="7782" y="8956"/>
                  </a:cubicBezTo>
                  <a:cubicBezTo>
                    <a:pt x="7845" y="8893"/>
                    <a:pt x="7940" y="8862"/>
                    <a:pt x="8030" y="8862"/>
                  </a:cubicBezTo>
                  <a:close/>
                  <a:moveTo>
                    <a:pt x="8964" y="9862"/>
                  </a:moveTo>
                  <a:cubicBezTo>
                    <a:pt x="9050" y="9862"/>
                    <a:pt x="9137" y="9885"/>
                    <a:pt x="9200" y="9933"/>
                  </a:cubicBezTo>
                  <a:cubicBezTo>
                    <a:pt x="9326" y="10059"/>
                    <a:pt x="9326" y="10279"/>
                    <a:pt x="9200" y="10405"/>
                  </a:cubicBezTo>
                  <a:cubicBezTo>
                    <a:pt x="9137" y="10468"/>
                    <a:pt x="9050" y="10500"/>
                    <a:pt x="8964" y="10500"/>
                  </a:cubicBezTo>
                  <a:cubicBezTo>
                    <a:pt x="8877" y="10500"/>
                    <a:pt x="8791" y="10468"/>
                    <a:pt x="8727" y="10405"/>
                  </a:cubicBezTo>
                  <a:cubicBezTo>
                    <a:pt x="8601" y="10311"/>
                    <a:pt x="8601" y="10059"/>
                    <a:pt x="8727" y="9933"/>
                  </a:cubicBezTo>
                  <a:cubicBezTo>
                    <a:pt x="8791" y="9885"/>
                    <a:pt x="8877" y="9862"/>
                    <a:pt x="8964" y="9862"/>
                  </a:cubicBezTo>
                  <a:close/>
                  <a:moveTo>
                    <a:pt x="3415" y="1"/>
                  </a:moveTo>
                  <a:cubicBezTo>
                    <a:pt x="2616" y="1"/>
                    <a:pt x="1812" y="308"/>
                    <a:pt x="1198" y="922"/>
                  </a:cubicBezTo>
                  <a:cubicBezTo>
                    <a:pt x="1" y="2151"/>
                    <a:pt x="1" y="4104"/>
                    <a:pt x="1198" y="5333"/>
                  </a:cubicBezTo>
                  <a:lnTo>
                    <a:pt x="6806" y="10941"/>
                  </a:lnTo>
                  <a:cubicBezTo>
                    <a:pt x="7404" y="11508"/>
                    <a:pt x="8223" y="11823"/>
                    <a:pt x="9011" y="11823"/>
                  </a:cubicBezTo>
                  <a:cubicBezTo>
                    <a:pt x="9799" y="11823"/>
                    <a:pt x="10618" y="11508"/>
                    <a:pt x="11216" y="10941"/>
                  </a:cubicBezTo>
                  <a:cubicBezTo>
                    <a:pt x="12445" y="9712"/>
                    <a:pt x="12445" y="7727"/>
                    <a:pt x="11216" y="6530"/>
                  </a:cubicBezTo>
                  <a:lnTo>
                    <a:pt x="5609" y="922"/>
                  </a:lnTo>
                  <a:cubicBezTo>
                    <a:pt x="5010" y="308"/>
                    <a:pt x="4214" y="1"/>
                    <a:pt x="341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8" name="Google Shape;278;p33"/>
          <p:cNvGrpSpPr/>
          <p:nvPr/>
        </p:nvGrpSpPr>
        <p:grpSpPr>
          <a:xfrm>
            <a:off x="2030844" y="2665789"/>
            <a:ext cx="209634" cy="203107"/>
            <a:chOff x="-26583625" y="3917025"/>
            <a:chExt cx="315050" cy="295600"/>
          </a:xfrm>
        </p:grpSpPr>
        <p:sp>
          <p:nvSpPr>
            <p:cNvPr id="279" name="Google Shape;279;p33"/>
            <p:cNvSpPr/>
            <p:nvPr/>
          </p:nvSpPr>
          <p:spPr>
            <a:xfrm>
              <a:off x="-26413500" y="3918400"/>
              <a:ext cx="144925" cy="135125"/>
            </a:xfrm>
            <a:custGeom>
              <a:avLst/>
              <a:gdLst/>
              <a:ahLst/>
              <a:cxnLst/>
              <a:rect l="l" t="t" r="r" b="b"/>
              <a:pathLst>
                <a:path w="5797" h="5405" extrusionOk="0">
                  <a:moveTo>
                    <a:pt x="2317" y="1"/>
                  </a:moveTo>
                  <a:cubicBezTo>
                    <a:pt x="1515" y="1"/>
                    <a:pt x="685" y="309"/>
                    <a:pt x="0" y="993"/>
                  </a:cubicBezTo>
                  <a:lnTo>
                    <a:pt x="1008" y="1970"/>
                  </a:lnTo>
                  <a:cubicBezTo>
                    <a:pt x="1398" y="1581"/>
                    <a:pt x="1864" y="1407"/>
                    <a:pt x="2313" y="1407"/>
                  </a:cubicBezTo>
                  <a:cubicBezTo>
                    <a:pt x="2771" y="1407"/>
                    <a:pt x="3210" y="1588"/>
                    <a:pt x="3529" y="1907"/>
                  </a:cubicBezTo>
                  <a:cubicBezTo>
                    <a:pt x="3623" y="2002"/>
                    <a:pt x="3623" y="2254"/>
                    <a:pt x="3529" y="2380"/>
                  </a:cubicBezTo>
                  <a:cubicBezTo>
                    <a:pt x="3450" y="2427"/>
                    <a:pt x="3348" y="2450"/>
                    <a:pt x="3249" y="2450"/>
                  </a:cubicBezTo>
                  <a:cubicBezTo>
                    <a:pt x="3151" y="2450"/>
                    <a:pt x="3056" y="2427"/>
                    <a:pt x="2993" y="2380"/>
                  </a:cubicBezTo>
                  <a:cubicBezTo>
                    <a:pt x="2804" y="2175"/>
                    <a:pt x="2552" y="2057"/>
                    <a:pt x="2284" y="2057"/>
                  </a:cubicBezTo>
                  <a:cubicBezTo>
                    <a:pt x="2016" y="2057"/>
                    <a:pt x="1733" y="2175"/>
                    <a:pt x="1481" y="2443"/>
                  </a:cubicBezTo>
                  <a:lnTo>
                    <a:pt x="4411" y="5404"/>
                  </a:lnTo>
                  <a:cubicBezTo>
                    <a:pt x="5797" y="4018"/>
                    <a:pt x="5640" y="2065"/>
                    <a:pt x="4505" y="899"/>
                  </a:cubicBezTo>
                  <a:cubicBezTo>
                    <a:pt x="3931" y="325"/>
                    <a:pt x="3139" y="1"/>
                    <a:pt x="231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" name="Google Shape;280;p33"/>
            <p:cNvSpPr/>
            <p:nvPr/>
          </p:nvSpPr>
          <p:spPr>
            <a:xfrm>
              <a:off x="-26466275" y="4026700"/>
              <a:ext cx="78775" cy="77225"/>
            </a:xfrm>
            <a:custGeom>
              <a:avLst/>
              <a:gdLst/>
              <a:ahLst/>
              <a:cxnLst/>
              <a:rect l="l" t="t" r="r" b="b"/>
              <a:pathLst>
                <a:path w="3151" h="3089" extrusionOk="0">
                  <a:moveTo>
                    <a:pt x="1339" y="1"/>
                  </a:moveTo>
                  <a:cubicBezTo>
                    <a:pt x="1253" y="1"/>
                    <a:pt x="1166" y="32"/>
                    <a:pt x="1103" y="95"/>
                  </a:cubicBezTo>
                  <a:lnTo>
                    <a:pt x="126" y="1072"/>
                  </a:lnTo>
                  <a:cubicBezTo>
                    <a:pt x="0" y="1198"/>
                    <a:pt x="0" y="1387"/>
                    <a:pt x="126" y="1545"/>
                  </a:cubicBezTo>
                  <a:lnTo>
                    <a:pt x="1576" y="2994"/>
                  </a:lnTo>
                  <a:cubicBezTo>
                    <a:pt x="1639" y="3057"/>
                    <a:pt x="1725" y="3088"/>
                    <a:pt x="1812" y="3088"/>
                  </a:cubicBezTo>
                  <a:cubicBezTo>
                    <a:pt x="1899" y="3088"/>
                    <a:pt x="1985" y="3057"/>
                    <a:pt x="2048" y="2994"/>
                  </a:cubicBezTo>
                  <a:lnTo>
                    <a:pt x="3025" y="2017"/>
                  </a:lnTo>
                  <a:cubicBezTo>
                    <a:pt x="3151" y="1891"/>
                    <a:pt x="3151" y="1671"/>
                    <a:pt x="3025" y="1545"/>
                  </a:cubicBezTo>
                  <a:lnTo>
                    <a:pt x="1576" y="95"/>
                  </a:lnTo>
                  <a:cubicBezTo>
                    <a:pt x="1513" y="32"/>
                    <a:pt x="1426" y="1"/>
                    <a:pt x="133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" name="Google Shape;281;p33"/>
            <p:cNvSpPr/>
            <p:nvPr/>
          </p:nvSpPr>
          <p:spPr>
            <a:xfrm>
              <a:off x="-26583625" y="4077125"/>
              <a:ext cx="144925" cy="134700"/>
            </a:xfrm>
            <a:custGeom>
              <a:avLst/>
              <a:gdLst/>
              <a:ahLst/>
              <a:cxnLst/>
              <a:rect l="l" t="t" r="r" b="b"/>
              <a:pathLst>
                <a:path w="5797" h="5388" extrusionOk="0">
                  <a:moveTo>
                    <a:pt x="1355" y="0"/>
                  </a:moveTo>
                  <a:cubicBezTo>
                    <a:pt x="0" y="1386"/>
                    <a:pt x="158" y="3340"/>
                    <a:pt x="1292" y="4474"/>
                  </a:cubicBezTo>
                  <a:cubicBezTo>
                    <a:pt x="1890" y="5072"/>
                    <a:pt x="2710" y="5388"/>
                    <a:pt x="3497" y="5388"/>
                  </a:cubicBezTo>
                  <a:cubicBezTo>
                    <a:pt x="4348" y="5388"/>
                    <a:pt x="5135" y="5072"/>
                    <a:pt x="5797" y="4411"/>
                  </a:cubicBezTo>
                  <a:lnTo>
                    <a:pt x="4820" y="3434"/>
                  </a:lnTo>
                  <a:cubicBezTo>
                    <a:pt x="4431" y="3824"/>
                    <a:pt x="3964" y="3997"/>
                    <a:pt x="3516" y="3997"/>
                  </a:cubicBezTo>
                  <a:cubicBezTo>
                    <a:pt x="3058" y="3997"/>
                    <a:pt x="2619" y="3816"/>
                    <a:pt x="2300" y="3497"/>
                  </a:cubicBezTo>
                  <a:cubicBezTo>
                    <a:pt x="2174" y="3371"/>
                    <a:pt x="2174" y="3151"/>
                    <a:pt x="2300" y="3025"/>
                  </a:cubicBezTo>
                  <a:cubicBezTo>
                    <a:pt x="2347" y="2962"/>
                    <a:pt x="2434" y="2930"/>
                    <a:pt x="2524" y="2930"/>
                  </a:cubicBezTo>
                  <a:cubicBezTo>
                    <a:pt x="2615" y="2930"/>
                    <a:pt x="2710" y="2962"/>
                    <a:pt x="2773" y="3025"/>
                  </a:cubicBezTo>
                  <a:cubicBezTo>
                    <a:pt x="2962" y="3229"/>
                    <a:pt x="3214" y="3348"/>
                    <a:pt x="3481" y="3348"/>
                  </a:cubicBezTo>
                  <a:cubicBezTo>
                    <a:pt x="3749" y="3348"/>
                    <a:pt x="4033" y="3229"/>
                    <a:pt x="4285" y="2962"/>
                  </a:cubicBezTo>
                  <a:lnTo>
                    <a:pt x="1355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" name="Google Shape;282;p33"/>
            <p:cNvSpPr/>
            <p:nvPr/>
          </p:nvSpPr>
          <p:spPr>
            <a:xfrm>
              <a:off x="-26581275" y="3917025"/>
              <a:ext cx="311125" cy="295600"/>
            </a:xfrm>
            <a:custGeom>
              <a:avLst/>
              <a:gdLst/>
              <a:ahLst/>
              <a:cxnLst/>
              <a:rect l="l" t="t" r="r" b="b"/>
              <a:pathLst>
                <a:path w="12445" h="11824" extrusionOk="0">
                  <a:moveTo>
                    <a:pt x="3419" y="1356"/>
                  </a:moveTo>
                  <a:cubicBezTo>
                    <a:pt x="3506" y="1356"/>
                    <a:pt x="3592" y="1379"/>
                    <a:pt x="3655" y="1426"/>
                  </a:cubicBezTo>
                  <a:cubicBezTo>
                    <a:pt x="3781" y="1552"/>
                    <a:pt x="3781" y="1741"/>
                    <a:pt x="3655" y="1899"/>
                  </a:cubicBezTo>
                  <a:cubicBezTo>
                    <a:pt x="3592" y="1962"/>
                    <a:pt x="3506" y="1994"/>
                    <a:pt x="3419" y="1994"/>
                  </a:cubicBezTo>
                  <a:cubicBezTo>
                    <a:pt x="3332" y="1994"/>
                    <a:pt x="3246" y="1962"/>
                    <a:pt x="3183" y="1899"/>
                  </a:cubicBezTo>
                  <a:cubicBezTo>
                    <a:pt x="3057" y="1804"/>
                    <a:pt x="3057" y="1552"/>
                    <a:pt x="3183" y="1426"/>
                  </a:cubicBezTo>
                  <a:cubicBezTo>
                    <a:pt x="3246" y="1379"/>
                    <a:pt x="3332" y="1356"/>
                    <a:pt x="3419" y="1356"/>
                  </a:cubicBezTo>
                  <a:close/>
                  <a:moveTo>
                    <a:pt x="4364" y="2277"/>
                  </a:moveTo>
                  <a:cubicBezTo>
                    <a:pt x="4451" y="2277"/>
                    <a:pt x="4537" y="2309"/>
                    <a:pt x="4600" y="2372"/>
                  </a:cubicBezTo>
                  <a:cubicBezTo>
                    <a:pt x="4726" y="2498"/>
                    <a:pt x="4726" y="2718"/>
                    <a:pt x="4600" y="2844"/>
                  </a:cubicBezTo>
                  <a:cubicBezTo>
                    <a:pt x="4537" y="2907"/>
                    <a:pt x="4451" y="2939"/>
                    <a:pt x="4364" y="2939"/>
                  </a:cubicBezTo>
                  <a:cubicBezTo>
                    <a:pt x="4277" y="2939"/>
                    <a:pt x="4191" y="2907"/>
                    <a:pt x="4128" y="2844"/>
                  </a:cubicBezTo>
                  <a:cubicBezTo>
                    <a:pt x="4002" y="2750"/>
                    <a:pt x="4002" y="2529"/>
                    <a:pt x="4128" y="2372"/>
                  </a:cubicBezTo>
                  <a:cubicBezTo>
                    <a:pt x="4191" y="2309"/>
                    <a:pt x="4277" y="2277"/>
                    <a:pt x="4364" y="2277"/>
                  </a:cubicBezTo>
                  <a:close/>
                  <a:moveTo>
                    <a:pt x="3179" y="2561"/>
                  </a:moveTo>
                  <a:cubicBezTo>
                    <a:pt x="3269" y="2561"/>
                    <a:pt x="3356" y="2592"/>
                    <a:pt x="3403" y="2655"/>
                  </a:cubicBezTo>
                  <a:cubicBezTo>
                    <a:pt x="3529" y="2781"/>
                    <a:pt x="3529" y="2970"/>
                    <a:pt x="3403" y="3128"/>
                  </a:cubicBezTo>
                  <a:cubicBezTo>
                    <a:pt x="3356" y="3191"/>
                    <a:pt x="3269" y="3222"/>
                    <a:pt x="3179" y="3222"/>
                  </a:cubicBezTo>
                  <a:cubicBezTo>
                    <a:pt x="3088" y="3222"/>
                    <a:pt x="2994" y="3191"/>
                    <a:pt x="2931" y="3128"/>
                  </a:cubicBezTo>
                  <a:cubicBezTo>
                    <a:pt x="2836" y="3002"/>
                    <a:pt x="2836" y="2781"/>
                    <a:pt x="2931" y="2655"/>
                  </a:cubicBezTo>
                  <a:cubicBezTo>
                    <a:pt x="2994" y="2592"/>
                    <a:pt x="3088" y="2561"/>
                    <a:pt x="3179" y="2561"/>
                  </a:cubicBezTo>
                  <a:close/>
                  <a:moveTo>
                    <a:pt x="1970" y="2813"/>
                  </a:moveTo>
                  <a:cubicBezTo>
                    <a:pt x="2056" y="2813"/>
                    <a:pt x="2143" y="2844"/>
                    <a:pt x="2206" y="2907"/>
                  </a:cubicBezTo>
                  <a:cubicBezTo>
                    <a:pt x="2300" y="3002"/>
                    <a:pt x="2300" y="3254"/>
                    <a:pt x="2206" y="3380"/>
                  </a:cubicBezTo>
                  <a:cubicBezTo>
                    <a:pt x="2143" y="3427"/>
                    <a:pt x="2048" y="3451"/>
                    <a:pt x="1958" y="3451"/>
                  </a:cubicBezTo>
                  <a:cubicBezTo>
                    <a:pt x="1867" y="3451"/>
                    <a:pt x="1781" y="3427"/>
                    <a:pt x="1733" y="3380"/>
                  </a:cubicBezTo>
                  <a:cubicBezTo>
                    <a:pt x="1607" y="3254"/>
                    <a:pt x="1607" y="3002"/>
                    <a:pt x="1733" y="2907"/>
                  </a:cubicBezTo>
                  <a:cubicBezTo>
                    <a:pt x="1796" y="2844"/>
                    <a:pt x="1883" y="2813"/>
                    <a:pt x="1970" y="2813"/>
                  </a:cubicBezTo>
                  <a:close/>
                  <a:moveTo>
                    <a:pt x="2946" y="3789"/>
                  </a:moveTo>
                  <a:cubicBezTo>
                    <a:pt x="3033" y="3789"/>
                    <a:pt x="3120" y="3821"/>
                    <a:pt x="3183" y="3884"/>
                  </a:cubicBezTo>
                  <a:cubicBezTo>
                    <a:pt x="3309" y="4010"/>
                    <a:pt x="3309" y="4199"/>
                    <a:pt x="3183" y="4356"/>
                  </a:cubicBezTo>
                  <a:cubicBezTo>
                    <a:pt x="3120" y="4419"/>
                    <a:pt x="3033" y="4451"/>
                    <a:pt x="2946" y="4451"/>
                  </a:cubicBezTo>
                  <a:cubicBezTo>
                    <a:pt x="2860" y="4451"/>
                    <a:pt x="2773" y="4419"/>
                    <a:pt x="2710" y="4356"/>
                  </a:cubicBezTo>
                  <a:cubicBezTo>
                    <a:pt x="2584" y="4230"/>
                    <a:pt x="2584" y="4010"/>
                    <a:pt x="2710" y="3884"/>
                  </a:cubicBezTo>
                  <a:cubicBezTo>
                    <a:pt x="2773" y="3821"/>
                    <a:pt x="2860" y="3789"/>
                    <a:pt x="2946" y="3789"/>
                  </a:cubicBezTo>
                  <a:close/>
                  <a:moveTo>
                    <a:pt x="9480" y="7381"/>
                  </a:moveTo>
                  <a:cubicBezTo>
                    <a:pt x="9570" y="7381"/>
                    <a:pt x="9657" y="7412"/>
                    <a:pt x="9704" y="7475"/>
                  </a:cubicBezTo>
                  <a:cubicBezTo>
                    <a:pt x="9830" y="7570"/>
                    <a:pt x="9830" y="7822"/>
                    <a:pt x="9704" y="7948"/>
                  </a:cubicBezTo>
                  <a:cubicBezTo>
                    <a:pt x="9657" y="7995"/>
                    <a:pt x="9570" y="8019"/>
                    <a:pt x="9480" y="8019"/>
                  </a:cubicBezTo>
                  <a:cubicBezTo>
                    <a:pt x="9389" y="8019"/>
                    <a:pt x="9295" y="7995"/>
                    <a:pt x="9232" y="7948"/>
                  </a:cubicBezTo>
                  <a:cubicBezTo>
                    <a:pt x="9074" y="7822"/>
                    <a:pt x="9074" y="7633"/>
                    <a:pt x="9232" y="7475"/>
                  </a:cubicBezTo>
                  <a:cubicBezTo>
                    <a:pt x="9295" y="7412"/>
                    <a:pt x="9389" y="7381"/>
                    <a:pt x="9480" y="7381"/>
                  </a:cubicBezTo>
                  <a:close/>
                  <a:moveTo>
                    <a:pt x="5955" y="3640"/>
                  </a:moveTo>
                  <a:cubicBezTo>
                    <a:pt x="6223" y="3640"/>
                    <a:pt x="6491" y="3742"/>
                    <a:pt x="6680" y="3947"/>
                  </a:cubicBezTo>
                  <a:lnTo>
                    <a:pt x="8129" y="5396"/>
                  </a:lnTo>
                  <a:cubicBezTo>
                    <a:pt x="8538" y="5806"/>
                    <a:pt x="8538" y="6467"/>
                    <a:pt x="8129" y="6877"/>
                  </a:cubicBezTo>
                  <a:lnTo>
                    <a:pt x="7152" y="7853"/>
                  </a:lnTo>
                  <a:cubicBezTo>
                    <a:pt x="6963" y="8058"/>
                    <a:pt x="6695" y="8161"/>
                    <a:pt x="6428" y="8161"/>
                  </a:cubicBezTo>
                  <a:cubicBezTo>
                    <a:pt x="6160" y="8161"/>
                    <a:pt x="5892" y="8058"/>
                    <a:pt x="5703" y="7853"/>
                  </a:cubicBezTo>
                  <a:lnTo>
                    <a:pt x="4254" y="6404"/>
                  </a:lnTo>
                  <a:cubicBezTo>
                    <a:pt x="3844" y="5995"/>
                    <a:pt x="3844" y="5333"/>
                    <a:pt x="4254" y="4955"/>
                  </a:cubicBezTo>
                  <a:lnTo>
                    <a:pt x="5230" y="3947"/>
                  </a:lnTo>
                  <a:cubicBezTo>
                    <a:pt x="5419" y="3742"/>
                    <a:pt x="5687" y="3640"/>
                    <a:pt x="5955" y="3640"/>
                  </a:cubicBezTo>
                  <a:close/>
                  <a:moveTo>
                    <a:pt x="10464" y="8357"/>
                  </a:moveTo>
                  <a:cubicBezTo>
                    <a:pt x="10555" y="8357"/>
                    <a:pt x="10649" y="8389"/>
                    <a:pt x="10712" y="8452"/>
                  </a:cubicBezTo>
                  <a:cubicBezTo>
                    <a:pt x="10807" y="8578"/>
                    <a:pt x="10807" y="8799"/>
                    <a:pt x="10712" y="8925"/>
                  </a:cubicBezTo>
                  <a:cubicBezTo>
                    <a:pt x="10649" y="8988"/>
                    <a:pt x="10555" y="9019"/>
                    <a:pt x="10464" y="9019"/>
                  </a:cubicBezTo>
                  <a:cubicBezTo>
                    <a:pt x="10374" y="9019"/>
                    <a:pt x="10287" y="8988"/>
                    <a:pt x="10240" y="8925"/>
                  </a:cubicBezTo>
                  <a:cubicBezTo>
                    <a:pt x="10082" y="8799"/>
                    <a:pt x="10082" y="8610"/>
                    <a:pt x="10240" y="8452"/>
                  </a:cubicBezTo>
                  <a:cubicBezTo>
                    <a:pt x="10287" y="8389"/>
                    <a:pt x="10374" y="8357"/>
                    <a:pt x="10464" y="8357"/>
                  </a:cubicBezTo>
                  <a:close/>
                  <a:moveTo>
                    <a:pt x="9247" y="8602"/>
                  </a:moveTo>
                  <a:cubicBezTo>
                    <a:pt x="9334" y="8602"/>
                    <a:pt x="9421" y="8625"/>
                    <a:pt x="9484" y="8673"/>
                  </a:cubicBezTo>
                  <a:cubicBezTo>
                    <a:pt x="9610" y="8799"/>
                    <a:pt x="9610" y="9051"/>
                    <a:pt x="9484" y="9145"/>
                  </a:cubicBezTo>
                  <a:cubicBezTo>
                    <a:pt x="9421" y="9208"/>
                    <a:pt x="9334" y="9240"/>
                    <a:pt x="9247" y="9240"/>
                  </a:cubicBezTo>
                  <a:cubicBezTo>
                    <a:pt x="9161" y="9240"/>
                    <a:pt x="9074" y="9208"/>
                    <a:pt x="9011" y="9145"/>
                  </a:cubicBezTo>
                  <a:cubicBezTo>
                    <a:pt x="8854" y="9051"/>
                    <a:pt x="8854" y="8830"/>
                    <a:pt x="9011" y="8673"/>
                  </a:cubicBezTo>
                  <a:cubicBezTo>
                    <a:pt x="9074" y="8625"/>
                    <a:pt x="9161" y="8602"/>
                    <a:pt x="9247" y="8602"/>
                  </a:cubicBezTo>
                  <a:close/>
                  <a:moveTo>
                    <a:pt x="8030" y="8862"/>
                  </a:moveTo>
                  <a:cubicBezTo>
                    <a:pt x="8121" y="8862"/>
                    <a:pt x="8208" y="8893"/>
                    <a:pt x="8255" y="8956"/>
                  </a:cubicBezTo>
                  <a:cubicBezTo>
                    <a:pt x="8381" y="9082"/>
                    <a:pt x="8381" y="9303"/>
                    <a:pt x="8255" y="9429"/>
                  </a:cubicBezTo>
                  <a:cubicBezTo>
                    <a:pt x="8192" y="9492"/>
                    <a:pt x="8105" y="9523"/>
                    <a:pt x="8019" y="9523"/>
                  </a:cubicBezTo>
                  <a:cubicBezTo>
                    <a:pt x="7932" y="9523"/>
                    <a:pt x="7845" y="9492"/>
                    <a:pt x="7782" y="9429"/>
                  </a:cubicBezTo>
                  <a:cubicBezTo>
                    <a:pt x="7656" y="9303"/>
                    <a:pt x="7656" y="9082"/>
                    <a:pt x="7782" y="8956"/>
                  </a:cubicBezTo>
                  <a:cubicBezTo>
                    <a:pt x="7845" y="8893"/>
                    <a:pt x="7940" y="8862"/>
                    <a:pt x="8030" y="8862"/>
                  </a:cubicBezTo>
                  <a:close/>
                  <a:moveTo>
                    <a:pt x="8964" y="9862"/>
                  </a:moveTo>
                  <a:cubicBezTo>
                    <a:pt x="9050" y="9862"/>
                    <a:pt x="9137" y="9885"/>
                    <a:pt x="9200" y="9933"/>
                  </a:cubicBezTo>
                  <a:cubicBezTo>
                    <a:pt x="9326" y="10059"/>
                    <a:pt x="9326" y="10279"/>
                    <a:pt x="9200" y="10405"/>
                  </a:cubicBezTo>
                  <a:cubicBezTo>
                    <a:pt x="9137" y="10468"/>
                    <a:pt x="9050" y="10500"/>
                    <a:pt x="8964" y="10500"/>
                  </a:cubicBezTo>
                  <a:cubicBezTo>
                    <a:pt x="8877" y="10500"/>
                    <a:pt x="8791" y="10468"/>
                    <a:pt x="8727" y="10405"/>
                  </a:cubicBezTo>
                  <a:cubicBezTo>
                    <a:pt x="8601" y="10311"/>
                    <a:pt x="8601" y="10059"/>
                    <a:pt x="8727" y="9933"/>
                  </a:cubicBezTo>
                  <a:cubicBezTo>
                    <a:pt x="8791" y="9885"/>
                    <a:pt x="8877" y="9862"/>
                    <a:pt x="8964" y="9862"/>
                  </a:cubicBezTo>
                  <a:close/>
                  <a:moveTo>
                    <a:pt x="3415" y="1"/>
                  </a:moveTo>
                  <a:cubicBezTo>
                    <a:pt x="2616" y="1"/>
                    <a:pt x="1812" y="308"/>
                    <a:pt x="1198" y="922"/>
                  </a:cubicBezTo>
                  <a:cubicBezTo>
                    <a:pt x="1" y="2151"/>
                    <a:pt x="1" y="4104"/>
                    <a:pt x="1198" y="5333"/>
                  </a:cubicBezTo>
                  <a:lnTo>
                    <a:pt x="6806" y="10941"/>
                  </a:lnTo>
                  <a:cubicBezTo>
                    <a:pt x="7404" y="11508"/>
                    <a:pt x="8223" y="11823"/>
                    <a:pt x="9011" y="11823"/>
                  </a:cubicBezTo>
                  <a:cubicBezTo>
                    <a:pt x="9799" y="11823"/>
                    <a:pt x="10618" y="11508"/>
                    <a:pt x="11216" y="10941"/>
                  </a:cubicBezTo>
                  <a:cubicBezTo>
                    <a:pt x="12445" y="9712"/>
                    <a:pt x="12445" y="7727"/>
                    <a:pt x="11216" y="6530"/>
                  </a:cubicBezTo>
                  <a:lnTo>
                    <a:pt x="5609" y="922"/>
                  </a:lnTo>
                  <a:cubicBezTo>
                    <a:pt x="5010" y="308"/>
                    <a:pt x="4214" y="1"/>
                    <a:pt x="341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3" name="Google Shape;283;p33"/>
          <p:cNvGrpSpPr/>
          <p:nvPr/>
        </p:nvGrpSpPr>
        <p:grpSpPr>
          <a:xfrm>
            <a:off x="2030844" y="3137514"/>
            <a:ext cx="209634" cy="203107"/>
            <a:chOff x="-26583625" y="3917025"/>
            <a:chExt cx="315050" cy="295600"/>
          </a:xfrm>
        </p:grpSpPr>
        <p:sp>
          <p:nvSpPr>
            <p:cNvPr id="284" name="Google Shape;284;p33"/>
            <p:cNvSpPr/>
            <p:nvPr/>
          </p:nvSpPr>
          <p:spPr>
            <a:xfrm>
              <a:off x="-26413500" y="3918400"/>
              <a:ext cx="144925" cy="135125"/>
            </a:xfrm>
            <a:custGeom>
              <a:avLst/>
              <a:gdLst/>
              <a:ahLst/>
              <a:cxnLst/>
              <a:rect l="l" t="t" r="r" b="b"/>
              <a:pathLst>
                <a:path w="5797" h="5405" extrusionOk="0">
                  <a:moveTo>
                    <a:pt x="2317" y="1"/>
                  </a:moveTo>
                  <a:cubicBezTo>
                    <a:pt x="1515" y="1"/>
                    <a:pt x="685" y="309"/>
                    <a:pt x="0" y="993"/>
                  </a:cubicBezTo>
                  <a:lnTo>
                    <a:pt x="1008" y="1970"/>
                  </a:lnTo>
                  <a:cubicBezTo>
                    <a:pt x="1398" y="1581"/>
                    <a:pt x="1864" y="1407"/>
                    <a:pt x="2313" y="1407"/>
                  </a:cubicBezTo>
                  <a:cubicBezTo>
                    <a:pt x="2771" y="1407"/>
                    <a:pt x="3210" y="1588"/>
                    <a:pt x="3529" y="1907"/>
                  </a:cubicBezTo>
                  <a:cubicBezTo>
                    <a:pt x="3623" y="2002"/>
                    <a:pt x="3623" y="2254"/>
                    <a:pt x="3529" y="2380"/>
                  </a:cubicBezTo>
                  <a:cubicBezTo>
                    <a:pt x="3450" y="2427"/>
                    <a:pt x="3348" y="2450"/>
                    <a:pt x="3249" y="2450"/>
                  </a:cubicBezTo>
                  <a:cubicBezTo>
                    <a:pt x="3151" y="2450"/>
                    <a:pt x="3056" y="2427"/>
                    <a:pt x="2993" y="2380"/>
                  </a:cubicBezTo>
                  <a:cubicBezTo>
                    <a:pt x="2804" y="2175"/>
                    <a:pt x="2552" y="2057"/>
                    <a:pt x="2284" y="2057"/>
                  </a:cubicBezTo>
                  <a:cubicBezTo>
                    <a:pt x="2016" y="2057"/>
                    <a:pt x="1733" y="2175"/>
                    <a:pt x="1481" y="2443"/>
                  </a:cubicBezTo>
                  <a:lnTo>
                    <a:pt x="4411" y="5404"/>
                  </a:lnTo>
                  <a:cubicBezTo>
                    <a:pt x="5797" y="4018"/>
                    <a:pt x="5640" y="2065"/>
                    <a:pt x="4505" y="899"/>
                  </a:cubicBezTo>
                  <a:cubicBezTo>
                    <a:pt x="3931" y="325"/>
                    <a:pt x="3139" y="1"/>
                    <a:pt x="231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" name="Google Shape;285;p33"/>
            <p:cNvSpPr/>
            <p:nvPr/>
          </p:nvSpPr>
          <p:spPr>
            <a:xfrm>
              <a:off x="-26466275" y="4026700"/>
              <a:ext cx="78775" cy="77225"/>
            </a:xfrm>
            <a:custGeom>
              <a:avLst/>
              <a:gdLst/>
              <a:ahLst/>
              <a:cxnLst/>
              <a:rect l="l" t="t" r="r" b="b"/>
              <a:pathLst>
                <a:path w="3151" h="3089" extrusionOk="0">
                  <a:moveTo>
                    <a:pt x="1339" y="1"/>
                  </a:moveTo>
                  <a:cubicBezTo>
                    <a:pt x="1253" y="1"/>
                    <a:pt x="1166" y="32"/>
                    <a:pt x="1103" y="95"/>
                  </a:cubicBezTo>
                  <a:lnTo>
                    <a:pt x="126" y="1072"/>
                  </a:lnTo>
                  <a:cubicBezTo>
                    <a:pt x="0" y="1198"/>
                    <a:pt x="0" y="1387"/>
                    <a:pt x="126" y="1545"/>
                  </a:cubicBezTo>
                  <a:lnTo>
                    <a:pt x="1576" y="2994"/>
                  </a:lnTo>
                  <a:cubicBezTo>
                    <a:pt x="1639" y="3057"/>
                    <a:pt x="1725" y="3088"/>
                    <a:pt x="1812" y="3088"/>
                  </a:cubicBezTo>
                  <a:cubicBezTo>
                    <a:pt x="1899" y="3088"/>
                    <a:pt x="1985" y="3057"/>
                    <a:pt x="2048" y="2994"/>
                  </a:cubicBezTo>
                  <a:lnTo>
                    <a:pt x="3025" y="2017"/>
                  </a:lnTo>
                  <a:cubicBezTo>
                    <a:pt x="3151" y="1891"/>
                    <a:pt x="3151" y="1671"/>
                    <a:pt x="3025" y="1545"/>
                  </a:cubicBezTo>
                  <a:lnTo>
                    <a:pt x="1576" y="95"/>
                  </a:lnTo>
                  <a:cubicBezTo>
                    <a:pt x="1513" y="32"/>
                    <a:pt x="1426" y="1"/>
                    <a:pt x="133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" name="Google Shape;286;p33"/>
            <p:cNvSpPr/>
            <p:nvPr/>
          </p:nvSpPr>
          <p:spPr>
            <a:xfrm>
              <a:off x="-26583625" y="4077125"/>
              <a:ext cx="144925" cy="134700"/>
            </a:xfrm>
            <a:custGeom>
              <a:avLst/>
              <a:gdLst/>
              <a:ahLst/>
              <a:cxnLst/>
              <a:rect l="l" t="t" r="r" b="b"/>
              <a:pathLst>
                <a:path w="5797" h="5388" extrusionOk="0">
                  <a:moveTo>
                    <a:pt x="1355" y="0"/>
                  </a:moveTo>
                  <a:cubicBezTo>
                    <a:pt x="0" y="1386"/>
                    <a:pt x="158" y="3340"/>
                    <a:pt x="1292" y="4474"/>
                  </a:cubicBezTo>
                  <a:cubicBezTo>
                    <a:pt x="1890" y="5072"/>
                    <a:pt x="2710" y="5388"/>
                    <a:pt x="3497" y="5388"/>
                  </a:cubicBezTo>
                  <a:cubicBezTo>
                    <a:pt x="4348" y="5388"/>
                    <a:pt x="5135" y="5072"/>
                    <a:pt x="5797" y="4411"/>
                  </a:cubicBezTo>
                  <a:lnTo>
                    <a:pt x="4820" y="3434"/>
                  </a:lnTo>
                  <a:cubicBezTo>
                    <a:pt x="4431" y="3824"/>
                    <a:pt x="3964" y="3997"/>
                    <a:pt x="3516" y="3997"/>
                  </a:cubicBezTo>
                  <a:cubicBezTo>
                    <a:pt x="3058" y="3997"/>
                    <a:pt x="2619" y="3816"/>
                    <a:pt x="2300" y="3497"/>
                  </a:cubicBezTo>
                  <a:cubicBezTo>
                    <a:pt x="2174" y="3371"/>
                    <a:pt x="2174" y="3151"/>
                    <a:pt x="2300" y="3025"/>
                  </a:cubicBezTo>
                  <a:cubicBezTo>
                    <a:pt x="2347" y="2962"/>
                    <a:pt x="2434" y="2930"/>
                    <a:pt x="2524" y="2930"/>
                  </a:cubicBezTo>
                  <a:cubicBezTo>
                    <a:pt x="2615" y="2930"/>
                    <a:pt x="2710" y="2962"/>
                    <a:pt x="2773" y="3025"/>
                  </a:cubicBezTo>
                  <a:cubicBezTo>
                    <a:pt x="2962" y="3229"/>
                    <a:pt x="3214" y="3348"/>
                    <a:pt x="3481" y="3348"/>
                  </a:cubicBezTo>
                  <a:cubicBezTo>
                    <a:pt x="3749" y="3348"/>
                    <a:pt x="4033" y="3229"/>
                    <a:pt x="4285" y="2962"/>
                  </a:cubicBezTo>
                  <a:lnTo>
                    <a:pt x="1355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" name="Google Shape;287;p33"/>
            <p:cNvSpPr/>
            <p:nvPr/>
          </p:nvSpPr>
          <p:spPr>
            <a:xfrm>
              <a:off x="-26581275" y="3917025"/>
              <a:ext cx="311125" cy="295600"/>
            </a:xfrm>
            <a:custGeom>
              <a:avLst/>
              <a:gdLst/>
              <a:ahLst/>
              <a:cxnLst/>
              <a:rect l="l" t="t" r="r" b="b"/>
              <a:pathLst>
                <a:path w="12445" h="11824" extrusionOk="0">
                  <a:moveTo>
                    <a:pt x="3419" y="1356"/>
                  </a:moveTo>
                  <a:cubicBezTo>
                    <a:pt x="3506" y="1356"/>
                    <a:pt x="3592" y="1379"/>
                    <a:pt x="3655" y="1426"/>
                  </a:cubicBezTo>
                  <a:cubicBezTo>
                    <a:pt x="3781" y="1552"/>
                    <a:pt x="3781" y="1741"/>
                    <a:pt x="3655" y="1899"/>
                  </a:cubicBezTo>
                  <a:cubicBezTo>
                    <a:pt x="3592" y="1962"/>
                    <a:pt x="3506" y="1994"/>
                    <a:pt x="3419" y="1994"/>
                  </a:cubicBezTo>
                  <a:cubicBezTo>
                    <a:pt x="3332" y="1994"/>
                    <a:pt x="3246" y="1962"/>
                    <a:pt x="3183" y="1899"/>
                  </a:cubicBezTo>
                  <a:cubicBezTo>
                    <a:pt x="3057" y="1804"/>
                    <a:pt x="3057" y="1552"/>
                    <a:pt x="3183" y="1426"/>
                  </a:cubicBezTo>
                  <a:cubicBezTo>
                    <a:pt x="3246" y="1379"/>
                    <a:pt x="3332" y="1356"/>
                    <a:pt x="3419" y="1356"/>
                  </a:cubicBezTo>
                  <a:close/>
                  <a:moveTo>
                    <a:pt x="4364" y="2277"/>
                  </a:moveTo>
                  <a:cubicBezTo>
                    <a:pt x="4451" y="2277"/>
                    <a:pt x="4537" y="2309"/>
                    <a:pt x="4600" y="2372"/>
                  </a:cubicBezTo>
                  <a:cubicBezTo>
                    <a:pt x="4726" y="2498"/>
                    <a:pt x="4726" y="2718"/>
                    <a:pt x="4600" y="2844"/>
                  </a:cubicBezTo>
                  <a:cubicBezTo>
                    <a:pt x="4537" y="2907"/>
                    <a:pt x="4451" y="2939"/>
                    <a:pt x="4364" y="2939"/>
                  </a:cubicBezTo>
                  <a:cubicBezTo>
                    <a:pt x="4277" y="2939"/>
                    <a:pt x="4191" y="2907"/>
                    <a:pt x="4128" y="2844"/>
                  </a:cubicBezTo>
                  <a:cubicBezTo>
                    <a:pt x="4002" y="2750"/>
                    <a:pt x="4002" y="2529"/>
                    <a:pt x="4128" y="2372"/>
                  </a:cubicBezTo>
                  <a:cubicBezTo>
                    <a:pt x="4191" y="2309"/>
                    <a:pt x="4277" y="2277"/>
                    <a:pt x="4364" y="2277"/>
                  </a:cubicBezTo>
                  <a:close/>
                  <a:moveTo>
                    <a:pt x="3179" y="2561"/>
                  </a:moveTo>
                  <a:cubicBezTo>
                    <a:pt x="3269" y="2561"/>
                    <a:pt x="3356" y="2592"/>
                    <a:pt x="3403" y="2655"/>
                  </a:cubicBezTo>
                  <a:cubicBezTo>
                    <a:pt x="3529" y="2781"/>
                    <a:pt x="3529" y="2970"/>
                    <a:pt x="3403" y="3128"/>
                  </a:cubicBezTo>
                  <a:cubicBezTo>
                    <a:pt x="3356" y="3191"/>
                    <a:pt x="3269" y="3222"/>
                    <a:pt x="3179" y="3222"/>
                  </a:cubicBezTo>
                  <a:cubicBezTo>
                    <a:pt x="3088" y="3222"/>
                    <a:pt x="2994" y="3191"/>
                    <a:pt x="2931" y="3128"/>
                  </a:cubicBezTo>
                  <a:cubicBezTo>
                    <a:pt x="2836" y="3002"/>
                    <a:pt x="2836" y="2781"/>
                    <a:pt x="2931" y="2655"/>
                  </a:cubicBezTo>
                  <a:cubicBezTo>
                    <a:pt x="2994" y="2592"/>
                    <a:pt x="3088" y="2561"/>
                    <a:pt x="3179" y="2561"/>
                  </a:cubicBezTo>
                  <a:close/>
                  <a:moveTo>
                    <a:pt x="1970" y="2813"/>
                  </a:moveTo>
                  <a:cubicBezTo>
                    <a:pt x="2056" y="2813"/>
                    <a:pt x="2143" y="2844"/>
                    <a:pt x="2206" y="2907"/>
                  </a:cubicBezTo>
                  <a:cubicBezTo>
                    <a:pt x="2300" y="3002"/>
                    <a:pt x="2300" y="3254"/>
                    <a:pt x="2206" y="3380"/>
                  </a:cubicBezTo>
                  <a:cubicBezTo>
                    <a:pt x="2143" y="3427"/>
                    <a:pt x="2048" y="3451"/>
                    <a:pt x="1958" y="3451"/>
                  </a:cubicBezTo>
                  <a:cubicBezTo>
                    <a:pt x="1867" y="3451"/>
                    <a:pt x="1781" y="3427"/>
                    <a:pt x="1733" y="3380"/>
                  </a:cubicBezTo>
                  <a:cubicBezTo>
                    <a:pt x="1607" y="3254"/>
                    <a:pt x="1607" y="3002"/>
                    <a:pt x="1733" y="2907"/>
                  </a:cubicBezTo>
                  <a:cubicBezTo>
                    <a:pt x="1796" y="2844"/>
                    <a:pt x="1883" y="2813"/>
                    <a:pt x="1970" y="2813"/>
                  </a:cubicBezTo>
                  <a:close/>
                  <a:moveTo>
                    <a:pt x="2946" y="3789"/>
                  </a:moveTo>
                  <a:cubicBezTo>
                    <a:pt x="3033" y="3789"/>
                    <a:pt x="3120" y="3821"/>
                    <a:pt x="3183" y="3884"/>
                  </a:cubicBezTo>
                  <a:cubicBezTo>
                    <a:pt x="3309" y="4010"/>
                    <a:pt x="3309" y="4199"/>
                    <a:pt x="3183" y="4356"/>
                  </a:cubicBezTo>
                  <a:cubicBezTo>
                    <a:pt x="3120" y="4419"/>
                    <a:pt x="3033" y="4451"/>
                    <a:pt x="2946" y="4451"/>
                  </a:cubicBezTo>
                  <a:cubicBezTo>
                    <a:pt x="2860" y="4451"/>
                    <a:pt x="2773" y="4419"/>
                    <a:pt x="2710" y="4356"/>
                  </a:cubicBezTo>
                  <a:cubicBezTo>
                    <a:pt x="2584" y="4230"/>
                    <a:pt x="2584" y="4010"/>
                    <a:pt x="2710" y="3884"/>
                  </a:cubicBezTo>
                  <a:cubicBezTo>
                    <a:pt x="2773" y="3821"/>
                    <a:pt x="2860" y="3789"/>
                    <a:pt x="2946" y="3789"/>
                  </a:cubicBezTo>
                  <a:close/>
                  <a:moveTo>
                    <a:pt x="9480" y="7381"/>
                  </a:moveTo>
                  <a:cubicBezTo>
                    <a:pt x="9570" y="7381"/>
                    <a:pt x="9657" y="7412"/>
                    <a:pt x="9704" y="7475"/>
                  </a:cubicBezTo>
                  <a:cubicBezTo>
                    <a:pt x="9830" y="7570"/>
                    <a:pt x="9830" y="7822"/>
                    <a:pt x="9704" y="7948"/>
                  </a:cubicBezTo>
                  <a:cubicBezTo>
                    <a:pt x="9657" y="7995"/>
                    <a:pt x="9570" y="8019"/>
                    <a:pt x="9480" y="8019"/>
                  </a:cubicBezTo>
                  <a:cubicBezTo>
                    <a:pt x="9389" y="8019"/>
                    <a:pt x="9295" y="7995"/>
                    <a:pt x="9232" y="7948"/>
                  </a:cubicBezTo>
                  <a:cubicBezTo>
                    <a:pt x="9074" y="7822"/>
                    <a:pt x="9074" y="7633"/>
                    <a:pt x="9232" y="7475"/>
                  </a:cubicBezTo>
                  <a:cubicBezTo>
                    <a:pt x="9295" y="7412"/>
                    <a:pt x="9389" y="7381"/>
                    <a:pt x="9480" y="7381"/>
                  </a:cubicBezTo>
                  <a:close/>
                  <a:moveTo>
                    <a:pt x="5955" y="3640"/>
                  </a:moveTo>
                  <a:cubicBezTo>
                    <a:pt x="6223" y="3640"/>
                    <a:pt x="6491" y="3742"/>
                    <a:pt x="6680" y="3947"/>
                  </a:cubicBezTo>
                  <a:lnTo>
                    <a:pt x="8129" y="5396"/>
                  </a:lnTo>
                  <a:cubicBezTo>
                    <a:pt x="8538" y="5806"/>
                    <a:pt x="8538" y="6467"/>
                    <a:pt x="8129" y="6877"/>
                  </a:cubicBezTo>
                  <a:lnTo>
                    <a:pt x="7152" y="7853"/>
                  </a:lnTo>
                  <a:cubicBezTo>
                    <a:pt x="6963" y="8058"/>
                    <a:pt x="6695" y="8161"/>
                    <a:pt x="6428" y="8161"/>
                  </a:cubicBezTo>
                  <a:cubicBezTo>
                    <a:pt x="6160" y="8161"/>
                    <a:pt x="5892" y="8058"/>
                    <a:pt x="5703" y="7853"/>
                  </a:cubicBezTo>
                  <a:lnTo>
                    <a:pt x="4254" y="6404"/>
                  </a:lnTo>
                  <a:cubicBezTo>
                    <a:pt x="3844" y="5995"/>
                    <a:pt x="3844" y="5333"/>
                    <a:pt x="4254" y="4955"/>
                  </a:cubicBezTo>
                  <a:lnTo>
                    <a:pt x="5230" y="3947"/>
                  </a:lnTo>
                  <a:cubicBezTo>
                    <a:pt x="5419" y="3742"/>
                    <a:pt x="5687" y="3640"/>
                    <a:pt x="5955" y="3640"/>
                  </a:cubicBezTo>
                  <a:close/>
                  <a:moveTo>
                    <a:pt x="10464" y="8357"/>
                  </a:moveTo>
                  <a:cubicBezTo>
                    <a:pt x="10555" y="8357"/>
                    <a:pt x="10649" y="8389"/>
                    <a:pt x="10712" y="8452"/>
                  </a:cubicBezTo>
                  <a:cubicBezTo>
                    <a:pt x="10807" y="8578"/>
                    <a:pt x="10807" y="8799"/>
                    <a:pt x="10712" y="8925"/>
                  </a:cubicBezTo>
                  <a:cubicBezTo>
                    <a:pt x="10649" y="8988"/>
                    <a:pt x="10555" y="9019"/>
                    <a:pt x="10464" y="9019"/>
                  </a:cubicBezTo>
                  <a:cubicBezTo>
                    <a:pt x="10374" y="9019"/>
                    <a:pt x="10287" y="8988"/>
                    <a:pt x="10240" y="8925"/>
                  </a:cubicBezTo>
                  <a:cubicBezTo>
                    <a:pt x="10082" y="8799"/>
                    <a:pt x="10082" y="8610"/>
                    <a:pt x="10240" y="8452"/>
                  </a:cubicBezTo>
                  <a:cubicBezTo>
                    <a:pt x="10287" y="8389"/>
                    <a:pt x="10374" y="8357"/>
                    <a:pt x="10464" y="8357"/>
                  </a:cubicBezTo>
                  <a:close/>
                  <a:moveTo>
                    <a:pt x="9247" y="8602"/>
                  </a:moveTo>
                  <a:cubicBezTo>
                    <a:pt x="9334" y="8602"/>
                    <a:pt x="9421" y="8625"/>
                    <a:pt x="9484" y="8673"/>
                  </a:cubicBezTo>
                  <a:cubicBezTo>
                    <a:pt x="9610" y="8799"/>
                    <a:pt x="9610" y="9051"/>
                    <a:pt x="9484" y="9145"/>
                  </a:cubicBezTo>
                  <a:cubicBezTo>
                    <a:pt x="9421" y="9208"/>
                    <a:pt x="9334" y="9240"/>
                    <a:pt x="9247" y="9240"/>
                  </a:cubicBezTo>
                  <a:cubicBezTo>
                    <a:pt x="9161" y="9240"/>
                    <a:pt x="9074" y="9208"/>
                    <a:pt x="9011" y="9145"/>
                  </a:cubicBezTo>
                  <a:cubicBezTo>
                    <a:pt x="8854" y="9051"/>
                    <a:pt x="8854" y="8830"/>
                    <a:pt x="9011" y="8673"/>
                  </a:cubicBezTo>
                  <a:cubicBezTo>
                    <a:pt x="9074" y="8625"/>
                    <a:pt x="9161" y="8602"/>
                    <a:pt x="9247" y="8602"/>
                  </a:cubicBezTo>
                  <a:close/>
                  <a:moveTo>
                    <a:pt x="8030" y="8862"/>
                  </a:moveTo>
                  <a:cubicBezTo>
                    <a:pt x="8121" y="8862"/>
                    <a:pt x="8208" y="8893"/>
                    <a:pt x="8255" y="8956"/>
                  </a:cubicBezTo>
                  <a:cubicBezTo>
                    <a:pt x="8381" y="9082"/>
                    <a:pt x="8381" y="9303"/>
                    <a:pt x="8255" y="9429"/>
                  </a:cubicBezTo>
                  <a:cubicBezTo>
                    <a:pt x="8192" y="9492"/>
                    <a:pt x="8105" y="9523"/>
                    <a:pt x="8019" y="9523"/>
                  </a:cubicBezTo>
                  <a:cubicBezTo>
                    <a:pt x="7932" y="9523"/>
                    <a:pt x="7845" y="9492"/>
                    <a:pt x="7782" y="9429"/>
                  </a:cubicBezTo>
                  <a:cubicBezTo>
                    <a:pt x="7656" y="9303"/>
                    <a:pt x="7656" y="9082"/>
                    <a:pt x="7782" y="8956"/>
                  </a:cubicBezTo>
                  <a:cubicBezTo>
                    <a:pt x="7845" y="8893"/>
                    <a:pt x="7940" y="8862"/>
                    <a:pt x="8030" y="8862"/>
                  </a:cubicBezTo>
                  <a:close/>
                  <a:moveTo>
                    <a:pt x="8964" y="9862"/>
                  </a:moveTo>
                  <a:cubicBezTo>
                    <a:pt x="9050" y="9862"/>
                    <a:pt x="9137" y="9885"/>
                    <a:pt x="9200" y="9933"/>
                  </a:cubicBezTo>
                  <a:cubicBezTo>
                    <a:pt x="9326" y="10059"/>
                    <a:pt x="9326" y="10279"/>
                    <a:pt x="9200" y="10405"/>
                  </a:cubicBezTo>
                  <a:cubicBezTo>
                    <a:pt x="9137" y="10468"/>
                    <a:pt x="9050" y="10500"/>
                    <a:pt x="8964" y="10500"/>
                  </a:cubicBezTo>
                  <a:cubicBezTo>
                    <a:pt x="8877" y="10500"/>
                    <a:pt x="8791" y="10468"/>
                    <a:pt x="8727" y="10405"/>
                  </a:cubicBezTo>
                  <a:cubicBezTo>
                    <a:pt x="8601" y="10311"/>
                    <a:pt x="8601" y="10059"/>
                    <a:pt x="8727" y="9933"/>
                  </a:cubicBezTo>
                  <a:cubicBezTo>
                    <a:pt x="8791" y="9885"/>
                    <a:pt x="8877" y="9862"/>
                    <a:pt x="8964" y="9862"/>
                  </a:cubicBezTo>
                  <a:close/>
                  <a:moveTo>
                    <a:pt x="3415" y="1"/>
                  </a:moveTo>
                  <a:cubicBezTo>
                    <a:pt x="2616" y="1"/>
                    <a:pt x="1812" y="308"/>
                    <a:pt x="1198" y="922"/>
                  </a:cubicBezTo>
                  <a:cubicBezTo>
                    <a:pt x="1" y="2151"/>
                    <a:pt x="1" y="4104"/>
                    <a:pt x="1198" y="5333"/>
                  </a:cubicBezTo>
                  <a:lnTo>
                    <a:pt x="6806" y="10941"/>
                  </a:lnTo>
                  <a:cubicBezTo>
                    <a:pt x="7404" y="11508"/>
                    <a:pt x="8223" y="11823"/>
                    <a:pt x="9011" y="11823"/>
                  </a:cubicBezTo>
                  <a:cubicBezTo>
                    <a:pt x="9799" y="11823"/>
                    <a:pt x="10618" y="11508"/>
                    <a:pt x="11216" y="10941"/>
                  </a:cubicBezTo>
                  <a:cubicBezTo>
                    <a:pt x="12445" y="9712"/>
                    <a:pt x="12445" y="7727"/>
                    <a:pt x="11216" y="6530"/>
                  </a:cubicBezTo>
                  <a:lnTo>
                    <a:pt x="5609" y="922"/>
                  </a:lnTo>
                  <a:cubicBezTo>
                    <a:pt x="5010" y="308"/>
                    <a:pt x="4214" y="1"/>
                    <a:pt x="341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8" name="Google Shape;288;p33"/>
          <p:cNvGrpSpPr/>
          <p:nvPr/>
        </p:nvGrpSpPr>
        <p:grpSpPr>
          <a:xfrm>
            <a:off x="2030844" y="3719739"/>
            <a:ext cx="209634" cy="203107"/>
            <a:chOff x="-26583625" y="3917025"/>
            <a:chExt cx="315050" cy="295600"/>
          </a:xfrm>
        </p:grpSpPr>
        <p:sp>
          <p:nvSpPr>
            <p:cNvPr id="289" name="Google Shape;289;p33"/>
            <p:cNvSpPr/>
            <p:nvPr/>
          </p:nvSpPr>
          <p:spPr>
            <a:xfrm>
              <a:off x="-26413500" y="3918400"/>
              <a:ext cx="144925" cy="135125"/>
            </a:xfrm>
            <a:custGeom>
              <a:avLst/>
              <a:gdLst/>
              <a:ahLst/>
              <a:cxnLst/>
              <a:rect l="l" t="t" r="r" b="b"/>
              <a:pathLst>
                <a:path w="5797" h="5405" extrusionOk="0">
                  <a:moveTo>
                    <a:pt x="2317" y="1"/>
                  </a:moveTo>
                  <a:cubicBezTo>
                    <a:pt x="1515" y="1"/>
                    <a:pt x="685" y="309"/>
                    <a:pt x="0" y="993"/>
                  </a:cubicBezTo>
                  <a:lnTo>
                    <a:pt x="1008" y="1970"/>
                  </a:lnTo>
                  <a:cubicBezTo>
                    <a:pt x="1398" y="1581"/>
                    <a:pt x="1864" y="1407"/>
                    <a:pt x="2313" y="1407"/>
                  </a:cubicBezTo>
                  <a:cubicBezTo>
                    <a:pt x="2771" y="1407"/>
                    <a:pt x="3210" y="1588"/>
                    <a:pt x="3529" y="1907"/>
                  </a:cubicBezTo>
                  <a:cubicBezTo>
                    <a:pt x="3623" y="2002"/>
                    <a:pt x="3623" y="2254"/>
                    <a:pt x="3529" y="2380"/>
                  </a:cubicBezTo>
                  <a:cubicBezTo>
                    <a:pt x="3450" y="2427"/>
                    <a:pt x="3348" y="2450"/>
                    <a:pt x="3249" y="2450"/>
                  </a:cubicBezTo>
                  <a:cubicBezTo>
                    <a:pt x="3151" y="2450"/>
                    <a:pt x="3056" y="2427"/>
                    <a:pt x="2993" y="2380"/>
                  </a:cubicBezTo>
                  <a:cubicBezTo>
                    <a:pt x="2804" y="2175"/>
                    <a:pt x="2552" y="2057"/>
                    <a:pt x="2284" y="2057"/>
                  </a:cubicBezTo>
                  <a:cubicBezTo>
                    <a:pt x="2016" y="2057"/>
                    <a:pt x="1733" y="2175"/>
                    <a:pt x="1481" y="2443"/>
                  </a:cubicBezTo>
                  <a:lnTo>
                    <a:pt x="4411" y="5404"/>
                  </a:lnTo>
                  <a:cubicBezTo>
                    <a:pt x="5797" y="4018"/>
                    <a:pt x="5640" y="2065"/>
                    <a:pt x="4505" y="899"/>
                  </a:cubicBezTo>
                  <a:cubicBezTo>
                    <a:pt x="3931" y="325"/>
                    <a:pt x="3139" y="1"/>
                    <a:pt x="2317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" name="Google Shape;290;p33"/>
            <p:cNvSpPr/>
            <p:nvPr/>
          </p:nvSpPr>
          <p:spPr>
            <a:xfrm>
              <a:off x="-26466275" y="4026700"/>
              <a:ext cx="78775" cy="77225"/>
            </a:xfrm>
            <a:custGeom>
              <a:avLst/>
              <a:gdLst/>
              <a:ahLst/>
              <a:cxnLst/>
              <a:rect l="l" t="t" r="r" b="b"/>
              <a:pathLst>
                <a:path w="3151" h="3089" extrusionOk="0">
                  <a:moveTo>
                    <a:pt x="1339" y="1"/>
                  </a:moveTo>
                  <a:cubicBezTo>
                    <a:pt x="1253" y="1"/>
                    <a:pt x="1166" y="32"/>
                    <a:pt x="1103" y="95"/>
                  </a:cubicBezTo>
                  <a:lnTo>
                    <a:pt x="126" y="1072"/>
                  </a:lnTo>
                  <a:cubicBezTo>
                    <a:pt x="0" y="1198"/>
                    <a:pt x="0" y="1387"/>
                    <a:pt x="126" y="1545"/>
                  </a:cubicBezTo>
                  <a:lnTo>
                    <a:pt x="1576" y="2994"/>
                  </a:lnTo>
                  <a:cubicBezTo>
                    <a:pt x="1639" y="3057"/>
                    <a:pt x="1725" y="3088"/>
                    <a:pt x="1812" y="3088"/>
                  </a:cubicBezTo>
                  <a:cubicBezTo>
                    <a:pt x="1899" y="3088"/>
                    <a:pt x="1985" y="3057"/>
                    <a:pt x="2048" y="2994"/>
                  </a:cubicBezTo>
                  <a:lnTo>
                    <a:pt x="3025" y="2017"/>
                  </a:lnTo>
                  <a:cubicBezTo>
                    <a:pt x="3151" y="1891"/>
                    <a:pt x="3151" y="1671"/>
                    <a:pt x="3025" y="1545"/>
                  </a:cubicBezTo>
                  <a:lnTo>
                    <a:pt x="1576" y="95"/>
                  </a:lnTo>
                  <a:cubicBezTo>
                    <a:pt x="1513" y="32"/>
                    <a:pt x="1426" y="1"/>
                    <a:pt x="1339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" name="Google Shape;291;p33"/>
            <p:cNvSpPr/>
            <p:nvPr/>
          </p:nvSpPr>
          <p:spPr>
            <a:xfrm>
              <a:off x="-26583625" y="4077125"/>
              <a:ext cx="144925" cy="134700"/>
            </a:xfrm>
            <a:custGeom>
              <a:avLst/>
              <a:gdLst/>
              <a:ahLst/>
              <a:cxnLst/>
              <a:rect l="l" t="t" r="r" b="b"/>
              <a:pathLst>
                <a:path w="5797" h="5388" extrusionOk="0">
                  <a:moveTo>
                    <a:pt x="1355" y="0"/>
                  </a:moveTo>
                  <a:cubicBezTo>
                    <a:pt x="0" y="1386"/>
                    <a:pt x="158" y="3340"/>
                    <a:pt x="1292" y="4474"/>
                  </a:cubicBezTo>
                  <a:cubicBezTo>
                    <a:pt x="1890" y="5072"/>
                    <a:pt x="2710" y="5388"/>
                    <a:pt x="3497" y="5388"/>
                  </a:cubicBezTo>
                  <a:cubicBezTo>
                    <a:pt x="4348" y="5388"/>
                    <a:pt x="5135" y="5072"/>
                    <a:pt x="5797" y="4411"/>
                  </a:cubicBezTo>
                  <a:lnTo>
                    <a:pt x="4820" y="3434"/>
                  </a:lnTo>
                  <a:cubicBezTo>
                    <a:pt x="4431" y="3824"/>
                    <a:pt x="3964" y="3997"/>
                    <a:pt x="3516" y="3997"/>
                  </a:cubicBezTo>
                  <a:cubicBezTo>
                    <a:pt x="3058" y="3997"/>
                    <a:pt x="2619" y="3816"/>
                    <a:pt x="2300" y="3497"/>
                  </a:cubicBezTo>
                  <a:cubicBezTo>
                    <a:pt x="2174" y="3371"/>
                    <a:pt x="2174" y="3151"/>
                    <a:pt x="2300" y="3025"/>
                  </a:cubicBezTo>
                  <a:cubicBezTo>
                    <a:pt x="2347" y="2962"/>
                    <a:pt x="2434" y="2930"/>
                    <a:pt x="2524" y="2930"/>
                  </a:cubicBezTo>
                  <a:cubicBezTo>
                    <a:pt x="2615" y="2930"/>
                    <a:pt x="2710" y="2962"/>
                    <a:pt x="2773" y="3025"/>
                  </a:cubicBezTo>
                  <a:cubicBezTo>
                    <a:pt x="2962" y="3229"/>
                    <a:pt x="3214" y="3348"/>
                    <a:pt x="3481" y="3348"/>
                  </a:cubicBezTo>
                  <a:cubicBezTo>
                    <a:pt x="3749" y="3348"/>
                    <a:pt x="4033" y="3229"/>
                    <a:pt x="4285" y="2962"/>
                  </a:cubicBezTo>
                  <a:lnTo>
                    <a:pt x="1355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" name="Google Shape;292;p33"/>
            <p:cNvSpPr/>
            <p:nvPr/>
          </p:nvSpPr>
          <p:spPr>
            <a:xfrm>
              <a:off x="-26581275" y="3917025"/>
              <a:ext cx="311125" cy="295600"/>
            </a:xfrm>
            <a:custGeom>
              <a:avLst/>
              <a:gdLst/>
              <a:ahLst/>
              <a:cxnLst/>
              <a:rect l="l" t="t" r="r" b="b"/>
              <a:pathLst>
                <a:path w="12445" h="11824" extrusionOk="0">
                  <a:moveTo>
                    <a:pt x="3419" y="1356"/>
                  </a:moveTo>
                  <a:cubicBezTo>
                    <a:pt x="3506" y="1356"/>
                    <a:pt x="3592" y="1379"/>
                    <a:pt x="3655" y="1426"/>
                  </a:cubicBezTo>
                  <a:cubicBezTo>
                    <a:pt x="3781" y="1552"/>
                    <a:pt x="3781" y="1741"/>
                    <a:pt x="3655" y="1899"/>
                  </a:cubicBezTo>
                  <a:cubicBezTo>
                    <a:pt x="3592" y="1962"/>
                    <a:pt x="3506" y="1994"/>
                    <a:pt x="3419" y="1994"/>
                  </a:cubicBezTo>
                  <a:cubicBezTo>
                    <a:pt x="3332" y="1994"/>
                    <a:pt x="3246" y="1962"/>
                    <a:pt x="3183" y="1899"/>
                  </a:cubicBezTo>
                  <a:cubicBezTo>
                    <a:pt x="3057" y="1804"/>
                    <a:pt x="3057" y="1552"/>
                    <a:pt x="3183" y="1426"/>
                  </a:cubicBezTo>
                  <a:cubicBezTo>
                    <a:pt x="3246" y="1379"/>
                    <a:pt x="3332" y="1356"/>
                    <a:pt x="3419" y="1356"/>
                  </a:cubicBezTo>
                  <a:close/>
                  <a:moveTo>
                    <a:pt x="4364" y="2277"/>
                  </a:moveTo>
                  <a:cubicBezTo>
                    <a:pt x="4451" y="2277"/>
                    <a:pt x="4537" y="2309"/>
                    <a:pt x="4600" y="2372"/>
                  </a:cubicBezTo>
                  <a:cubicBezTo>
                    <a:pt x="4726" y="2498"/>
                    <a:pt x="4726" y="2718"/>
                    <a:pt x="4600" y="2844"/>
                  </a:cubicBezTo>
                  <a:cubicBezTo>
                    <a:pt x="4537" y="2907"/>
                    <a:pt x="4451" y="2939"/>
                    <a:pt x="4364" y="2939"/>
                  </a:cubicBezTo>
                  <a:cubicBezTo>
                    <a:pt x="4277" y="2939"/>
                    <a:pt x="4191" y="2907"/>
                    <a:pt x="4128" y="2844"/>
                  </a:cubicBezTo>
                  <a:cubicBezTo>
                    <a:pt x="4002" y="2750"/>
                    <a:pt x="4002" y="2529"/>
                    <a:pt x="4128" y="2372"/>
                  </a:cubicBezTo>
                  <a:cubicBezTo>
                    <a:pt x="4191" y="2309"/>
                    <a:pt x="4277" y="2277"/>
                    <a:pt x="4364" y="2277"/>
                  </a:cubicBezTo>
                  <a:close/>
                  <a:moveTo>
                    <a:pt x="3179" y="2561"/>
                  </a:moveTo>
                  <a:cubicBezTo>
                    <a:pt x="3269" y="2561"/>
                    <a:pt x="3356" y="2592"/>
                    <a:pt x="3403" y="2655"/>
                  </a:cubicBezTo>
                  <a:cubicBezTo>
                    <a:pt x="3529" y="2781"/>
                    <a:pt x="3529" y="2970"/>
                    <a:pt x="3403" y="3128"/>
                  </a:cubicBezTo>
                  <a:cubicBezTo>
                    <a:pt x="3356" y="3191"/>
                    <a:pt x="3269" y="3222"/>
                    <a:pt x="3179" y="3222"/>
                  </a:cubicBezTo>
                  <a:cubicBezTo>
                    <a:pt x="3088" y="3222"/>
                    <a:pt x="2994" y="3191"/>
                    <a:pt x="2931" y="3128"/>
                  </a:cubicBezTo>
                  <a:cubicBezTo>
                    <a:pt x="2836" y="3002"/>
                    <a:pt x="2836" y="2781"/>
                    <a:pt x="2931" y="2655"/>
                  </a:cubicBezTo>
                  <a:cubicBezTo>
                    <a:pt x="2994" y="2592"/>
                    <a:pt x="3088" y="2561"/>
                    <a:pt x="3179" y="2561"/>
                  </a:cubicBezTo>
                  <a:close/>
                  <a:moveTo>
                    <a:pt x="1970" y="2813"/>
                  </a:moveTo>
                  <a:cubicBezTo>
                    <a:pt x="2056" y="2813"/>
                    <a:pt x="2143" y="2844"/>
                    <a:pt x="2206" y="2907"/>
                  </a:cubicBezTo>
                  <a:cubicBezTo>
                    <a:pt x="2300" y="3002"/>
                    <a:pt x="2300" y="3254"/>
                    <a:pt x="2206" y="3380"/>
                  </a:cubicBezTo>
                  <a:cubicBezTo>
                    <a:pt x="2143" y="3427"/>
                    <a:pt x="2048" y="3451"/>
                    <a:pt x="1958" y="3451"/>
                  </a:cubicBezTo>
                  <a:cubicBezTo>
                    <a:pt x="1867" y="3451"/>
                    <a:pt x="1781" y="3427"/>
                    <a:pt x="1733" y="3380"/>
                  </a:cubicBezTo>
                  <a:cubicBezTo>
                    <a:pt x="1607" y="3254"/>
                    <a:pt x="1607" y="3002"/>
                    <a:pt x="1733" y="2907"/>
                  </a:cubicBezTo>
                  <a:cubicBezTo>
                    <a:pt x="1796" y="2844"/>
                    <a:pt x="1883" y="2813"/>
                    <a:pt x="1970" y="2813"/>
                  </a:cubicBezTo>
                  <a:close/>
                  <a:moveTo>
                    <a:pt x="2946" y="3789"/>
                  </a:moveTo>
                  <a:cubicBezTo>
                    <a:pt x="3033" y="3789"/>
                    <a:pt x="3120" y="3821"/>
                    <a:pt x="3183" y="3884"/>
                  </a:cubicBezTo>
                  <a:cubicBezTo>
                    <a:pt x="3309" y="4010"/>
                    <a:pt x="3309" y="4199"/>
                    <a:pt x="3183" y="4356"/>
                  </a:cubicBezTo>
                  <a:cubicBezTo>
                    <a:pt x="3120" y="4419"/>
                    <a:pt x="3033" y="4451"/>
                    <a:pt x="2946" y="4451"/>
                  </a:cubicBezTo>
                  <a:cubicBezTo>
                    <a:pt x="2860" y="4451"/>
                    <a:pt x="2773" y="4419"/>
                    <a:pt x="2710" y="4356"/>
                  </a:cubicBezTo>
                  <a:cubicBezTo>
                    <a:pt x="2584" y="4230"/>
                    <a:pt x="2584" y="4010"/>
                    <a:pt x="2710" y="3884"/>
                  </a:cubicBezTo>
                  <a:cubicBezTo>
                    <a:pt x="2773" y="3821"/>
                    <a:pt x="2860" y="3789"/>
                    <a:pt x="2946" y="3789"/>
                  </a:cubicBezTo>
                  <a:close/>
                  <a:moveTo>
                    <a:pt x="9480" y="7381"/>
                  </a:moveTo>
                  <a:cubicBezTo>
                    <a:pt x="9570" y="7381"/>
                    <a:pt x="9657" y="7412"/>
                    <a:pt x="9704" y="7475"/>
                  </a:cubicBezTo>
                  <a:cubicBezTo>
                    <a:pt x="9830" y="7570"/>
                    <a:pt x="9830" y="7822"/>
                    <a:pt x="9704" y="7948"/>
                  </a:cubicBezTo>
                  <a:cubicBezTo>
                    <a:pt x="9657" y="7995"/>
                    <a:pt x="9570" y="8019"/>
                    <a:pt x="9480" y="8019"/>
                  </a:cubicBezTo>
                  <a:cubicBezTo>
                    <a:pt x="9389" y="8019"/>
                    <a:pt x="9295" y="7995"/>
                    <a:pt x="9232" y="7948"/>
                  </a:cubicBezTo>
                  <a:cubicBezTo>
                    <a:pt x="9074" y="7822"/>
                    <a:pt x="9074" y="7633"/>
                    <a:pt x="9232" y="7475"/>
                  </a:cubicBezTo>
                  <a:cubicBezTo>
                    <a:pt x="9295" y="7412"/>
                    <a:pt x="9389" y="7381"/>
                    <a:pt x="9480" y="7381"/>
                  </a:cubicBezTo>
                  <a:close/>
                  <a:moveTo>
                    <a:pt x="5955" y="3640"/>
                  </a:moveTo>
                  <a:cubicBezTo>
                    <a:pt x="6223" y="3640"/>
                    <a:pt x="6491" y="3742"/>
                    <a:pt x="6680" y="3947"/>
                  </a:cubicBezTo>
                  <a:lnTo>
                    <a:pt x="8129" y="5396"/>
                  </a:lnTo>
                  <a:cubicBezTo>
                    <a:pt x="8538" y="5806"/>
                    <a:pt x="8538" y="6467"/>
                    <a:pt x="8129" y="6877"/>
                  </a:cubicBezTo>
                  <a:lnTo>
                    <a:pt x="7152" y="7853"/>
                  </a:lnTo>
                  <a:cubicBezTo>
                    <a:pt x="6963" y="8058"/>
                    <a:pt x="6695" y="8161"/>
                    <a:pt x="6428" y="8161"/>
                  </a:cubicBezTo>
                  <a:cubicBezTo>
                    <a:pt x="6160" y="8161"/>
                    <a:pt x="5892" y="8058"/>
                    <a:pt x="5703" y="7853"/>
                  </a:cubicBezTo>
                  <a:lnTo>
                    <a:pt x="4254" y="6404"/>
                  </a:lnTo>
                  <a:cubicBezTo>
                    <a:pt x="3844" y="5995"/>
                    <a:pt x="3844" y="5333"/>
                    <a:pt x="4254" y="4955"/>
                  </a:cubicBezTo>
                  <a:lnTo>
                    <a:pt x="5230" y="3947"/>
                  </a:lnTo>
                  <a:cubicBezTo>
                    <a:pt x="5419" y="3742"/>
                    <a:pt x="5687" y="3640"/>
                    <a:pt x="5955" y="3640"/>
                  </a:cubicBezTo>
                  <a:close/>
                  <a:moveTo>
                    <a:pt x="10464" y="8357"/>
                  </a:moveTo>
                  <a:cubicBezTo>
                    <a:pt x="10555" y="8357"/>
                    <a:pt x="10649" y="8389"/>
                    <a:pt x="10712" y="8452"/>
                  </a:cubicBezTo>
                  <a:cubicBezTo>
                    <a:pt x="10807" y="8578"/>
                    <a:pt x="10807" y="8799"/>
                    <a:pt x="10712" y="8925"/>
                  </a:cubicBezTo>
                  <a:cubicBezTo>
                    <a:pt x="10649" y="8988"/>
                    <a:pt x="10555" y="9019"/>
                    <a:pt x="10464" y="9019"/>
                  </a:cubicBezTo>
                  <a:cubicBezTo>
                    <a:pt x="10374" y="9019"/>
                    <a:pt x="10287" y="8988"/>
                    <a:pt x="10240" y="8925"/>
                  </a:cubicBezTo>
                  <a:cubicBezTo>
                    <a:pt x="10082" y="8799"/>
                    <a:pt x="10082" y="8610"/>
                    <a:pt x="10240" y="8452"/>
                  </a:cubicBezTo>
                  <a:cubicBezTo>
                    <a:pt x="10287" y="8389"/>
                    <a:pt x="10374" y="8357"/>
                    <a:pt x="10464" y="8357"/>
                  </a:cubicBezTo>
                  <a:close/>
                  <a:moveTo>
                    <a:pt x="9247" y="8602"/>
                  </a:moveTo>
                  <a:cubicBezTo>
                    <a:pt x="9334" y="8602"/>
                    <a:pt x="9421" y="8625"/>
                    <a:pt x="9484" y="8673"/>
                  </a:cubicBezTo>
                  <a:cubicBezTo>
                    <a:pt x="9610" y="8799"/>
                    <a:pt x="9610" y="9051"/>
                    <a:pt x="9484" y="9145"/>
                  </a:cubicBezTo>
                  <a:cubicBezTo>
                    <a:pt x="9421" y="9208"/>
                    <a:pt x="9334" y="9240"/>
                    <a:pt x="9247" y="9240"/>
                  </a:cubicBezTo>
                  <a:cubicBezTo>
                    <a:pt x="9161" y="9240"/>
                    <a:pt x="9074" y="9208"/>
                    <a:pt x="9011" y="9145"/>
                  </a:cubicBezTo>
                  <a:cubicBezTo>
                    <a:pt x="8854" y="9051"/>
                    <a:pt x="8854" y="8830"/>
                    <a:pt x="9011" y="8673"/>
                  </a:cubicBezTo>
                  <a:cubicBezTo>
                    <a:pt x="9074" y="8625"/>
                    <a:pt x="9161" y="8602"/>
                    <a:pt x="9247" y="8602"/>
                  </a:cubicBezTo>
                  <a:close/>
                  <a:moveTo>
                    <a:pt x="8030" y="8862"/>
                  </a:moveTo>
                  <a:cubicBezTo>
                    <a:pt x="8121" y="8862"/>
                    <a:pt x="8208" y="8893"/>
                    <a:pt x="8255" y="8956"/>
                  </a:cubicBezTo>
                  <a:cubicBezTo>
                    <a:pt x="8381" y="9082"/>
                    <a:pt x="8381" y="9303"/>
                    <a:pt x="8255" y="9429"/>
                  </a:cubicBezTo>
                  <a:cubicBezTo>
                    <a:pt x="8192" y="9492"/>
                    <a:pt x="8105" y="9523"/>
                    <a:pt x="8019" y="9523"/>
                  </a:cubicBezTo>
                  <a:cubicBezTo>
                    <a:pt x="7932" y="9523"/>
                    <a:pt x="7845" y="9492"/>
                    <a:pt x="7782" y="9429"/>
                  </a:cubicBezTo>
                  <a:cubicBezTo>
                    <a:pt x="7656" y="9303"/>
                    <a:pt x="7656" y="9082"/>
                    <a:pt x="7782" y="8956"/>
                  </a:cubicBezTo>
                  <a:cubicBezTo>
                    <a:pt x="7845" y="8893"/>
                    <a:pt x="7940" y="8862"/>
                    <a:pt x="8030" y="8862"/>
                  </a:cubicBezTo>
                  <a:close/>
                  <a:moveTo>
                    <a:pt x="8964" y="9862"/>
                  </a:moveTo>
                  <a:cubicBezTo>
                    <a:pt x="9050" y="9862"/>
                    <a:pt x="9137" y="9885"/>
                    <a:pt x="9200" y="9933"/>
                  </a:cubicBezTo>
                  <a:cubicBezTo>
                    <a:pt x="9326" y="10059"/>
                    <a:pt x="9326" y="10279"/>
                    <a:pt x="9200" y="10405"/>
                  </a:cubicBezTo>
                  <a:cubicBezTo>
                    <a:pt x="9137" y="10468"/>
                    <a:pt x="9050" y="10500"/>
                    <a:pt x="8964" y="10500"/>
                  </a:cubicBezTo>
                  <a:cubicBezTo>
                    <a:pt x="8877" y="10500"/>
                    <a:pt x="8791" y="10468"/>
                    <a:pt x="8727" y="10405"/>
                  </a:cubicBezTo>
                  <a:cubicBezTo>
                    <a:pt x="8601" y="10311"/>
                    <a:pt x="8601" y="10059"/>
                    <a:pt x="8727" y="9933"/>
                  </a:cubicBezTo>
                  <a:cubicBezTo>
                    <a:pt x="8791" y="9885"/>
                    <a:pt x="8877" y="9862"/>
                    <a:pt x="8964" y="9862"/>
                  </a:cubicBezTo>
                  <a:close/>
                  <a:moveTo>
                    <a:pt x="3415" y="1"/>
                  </a:moveTo>
                  <a:cubicBezTo>
                    <a:pt x="2616" y="1"/>
                    <a:pt x="1812" y="308"/>
                    <a:pt x="1198" y="922"/>
                  </a:cubicBezTo>
                  <a:cubicBezTo>
                    <a:pt x="1" y="2151"/>
                    <a:pt x="1" y="4104"/>
                    <a:pt x="1198" y="5333"/>
                  </a:cubicBezTo>
                  <a:lnTo>
                    <a:pt x="6806" y="10941"/>
                  </a:lnTo>
                  <a:cubicBezTo>
                    <a:pt x="7404" y="11508"/>
                    <a:pt x="8223" y="11823"/>
                    <a:pt x="9011" y="11823"/>
                  </a:cubicBezTo>
                  <a:cubicBezTo>
                    <a:pt x="9799" y="11823"/>
                    <a:pt x="10618" y="11508"/>
                    <a:pt x="11216" y="10941"/>
                  </a:cubicBezTo>
                  <a:cubicBezTo>
                    <a:pt x="12445" y="9712"/>
                    <a:pt x="12445" y="7727"/>
                    <a:pt x="11216" y="6530"/>
                  </a:cubicBezTo>
                  <a:lnTo>
                    <a:pt x="5609" y="922"/>
                  </a:lnTo>
                  <a:cubicBezTo>
                    <a:pt x="5010" y="308"/>
                    <a:pt x="4214" y="1"/>
                    <a:pt x="3415" y="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34"/>
          <p:cNvSpPr txBox="1"/>
          <p:nvPr/>
        </p:nvSpPr>
        <p:spPr>
          <a:xfrm>
            <a:off x="1088325" y="466825"/>
            <a:ext cx="4655400" cy="45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rgbClr val="51AFDB"/>
                </a:solidFill>
                <a:latin typeface="Khand"/>
                <a:ea typeface="Khand"/>
                <a:cs typeface="Khand"/>
                <a:sym typeface="Khand"/>
              </a:rPr>
              <a:t>Diseño de la topología</a:t>
            </a:r>
            <a:endParaRPr sz="3000">
              <a:solidFill>
                <a:srgbClr val="51AFDB"/>
              </a:solidFill>
              <a:latin typeface="Khand"/>
              <a:ea typeface="Khand"/>
              <a:cs typeface="Khand"/>
              <a:sym typeface="Khand"/>
            </a:endParaRPr>
          </a:p>
        </p:txBody>
      </p:sp>
      <p:grpSp>
        <p:nvGrpSpPr>
          <p:cNvPr id="299" name="Google Shape;299;p34"/>
          <p:cNvGrpSpPr/>
          <p:nvPr/>
        </p:nvGrpSpPr>
        <p:grpSpPr>
          <a:xfrm>
            <a:off x="736445" y="466825"/>
            <a:ext cx="351880" cy="352803"/>
            <a:chOff x="-23244900" y="3888100"/>
            <a:chExt cx="295375" cy="296150"/>
          </a:xfrm>
        </p:grpSpPr>
        <p:sp>
          <p:nvSpPr>
            <p:cNvPr id="300" name="Google Shape;300;p34"/>
            <p:cNvSpPr/>
            <p:nvPr/>
          </p:nvSpPr>
          <p:spPr>
            <a:xfrm>
              <a:off x="-23106275" y="3958975"/>
              <a:ext cx="18150" cy="17350"/>
            </a:xfrm>
            <a:custGeom>
              <a:avLst/>
              <a:gdLst/>
              <a:ahLst/>
              <a:cxnLst/>
              <a:rect l="l" t="t" r="r" b="b"/>
              <a:pathLst>
                <a:path w="726" h="694" extrusionOk="0">
                  <a:moveTo>
                    <a:pt x="0" y="0"/>
                  </a:moveTo>
                  <a:lnTo>
                    <a:pt x="0" y="694"/>
                  </a:lnTo>
                  <a:lnTo>
                    <a:pt x="725" y="694"/>
                  </a:lnTo>
                  <a:lnTo>
                    <a:pt x="725" y="0"/>
                  </a:ln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" name="Google Shape;301;p34"/>
            <p:cNvSpPr/>
            <p:nvPr/>
          </p:nvSpPr>
          <p:spPr>
            <a:xfrm>
              <a:off x="-23106275" y="3992850"/>
              <a:ext cx="18150" cy="18125"/>
            </a:xfrm>
            <a:custGeom>
              <a:avLst/>
              <a:gdLst/>
              <a:ahLst/>
              <a:cxnLst/>
              <a:rect l="l" t="t" r="r" b="b"/>
              <a:pathLst>
                <a:path w="726" h="725" extrusionOk="0">
                  <a:moveTo>
                    <a:pt x="0" y="0"/>
                  </a:moveTo>
                  <a:lnTo>
                    <a:pt x="0" y="725"/>
                  </a:lnTo>
                  <a:lnTo>
                    <a:pt x="725" y="725"/>
                  </a:lnTo>
                  <a:lnTo>
                    <a:pt x="725" y="0"/>
                  </a:ln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" name="Google Shape;302;p34"/>
            <p:cNvSpPr/>
            <p:nvPr/>
          </p:nvSpPr>
          <p:spPr>
            <a:xfrm>
              <a:off x="-23106275" y="4062950"/>
              <a:ext cx="18150" cy="34675"/>
            </a:xfrm>
            <a:custGeom>
              <a:avLst/>
              <a:gdLst/>
              <a:ahLst/>
              <a:cxnLst/>
              <a:rect l="l" t="t" r="r" b="b"/>
              <a:pathLst>
                <a:path w="726" h="1387" extrusionOk="0">
                  <a:moveTo>
                    <a:pt x="0" y="0"/>
                  </a:moveTo>
                  <a:lnTo>
                    <a:pt x="0" y="1040"/>
                  </a:lnTo>
                  <a:cubicBezTo>
                    <a:pt x="0" y="1229"/>
                    <a:pt x="158" y="1386"/>
                    <a:pt x="379" y="1386"/>
                  </a:cubicBezTo>
                  <a:cubicBezTo>
                    <a:pt x="568" y="1386"/>
                    <a:pt x="725" y="1229"/>
                    <a:pt x="725" y="1040"/>
                  </a:cubicBezTo>
                  <a:lnTo>
                    <a:pt x="725" y="0"/>
                  </a:ln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" name="Google Shape;303;p34"/>
            <p:cNvSpPr/>
            <p:nvPr/>
          </p:nvSpPr>
          <p:spPr>
            <a:xfrm>
              <a:off x="-23070825" y="3940850"/>
              <a:ext cx="52775" cy="26825"/>
            </a:xfrm>
            <a:custGeom>
              <a:avLst/>
              <a:gdLst/>
              <a:ahLst/>
              <a:cxnLst/>
              <a:rect l="l" t="t" r="r" b="b"/>
              <a:pathLst>
                <a:path w="2111" h="1073" extrusionOk="0">
                  <a:moveTo>
                    <a:pt x="0" y="1"/>
                  </a:moveTo>
                  <a:lnTo>
                    <a:pt x="0" y="725"/>
                  </a:lnTo>
                  <a:lnTo>
                    <a:pt x="1040" y="725"/>
                  </a:lnTo>
                  <a:cubicBezTo>
                    <a:pt x="1386" y="725"/>
                    <a:pt x="1701" y="883"/>
                    <a:pt x="1985" y="1072"/>
                  </a:cubicBezTo>
                  <a:cubicBezTo>
                    <a:pt x="2048" y="946"/>
                    <a:pt x="2111" y="851"/>
                    <a:pt x="2111" y="725"/>
                  </a:cubicBezTo>
                  <a:cubicBezTo>
                    <a:pt x="2111" y="316"/>
                    <a:pt x="1764" y="1"/>
                    <a:pt x="1386" y="1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" name="Google Shape;304;p34"/>
            <p:cNvSpPr/>
            <p:nvPr/>
          </p:nvSpPr>
          <p:spPr>
            <a:xfrm>
              <a:off x="-23106275" y="3923525"/>
              <a:ext cx="18150" cy="17350"/>
            </a:xfrm>
            <a:custGeom>
              <a:avLst/>
              <a:gdLst/>
              <a:ahLst/>
              <a:cxnLst/>
              <a:rect l="l" t="t" r="r" b="b"/>
              <a:pathLst>
                <a:path w="726" h="694" extrusionOk="0">
                  <a:moveTo>
                    <a:pt x="347" y="1"/>
                  </a:moveTo>
                  <a:cubicBezTo>
                    <a:pt x="158" y="1"/>
                    <a:pt x="0" y="158"/>
                    <a:pt x="0" y="347"/>
                  </a:cubicBezTo>
                  <a:lnTo>
                    <a:pt x="0" y="694"/>
                  </a:lnTo>
                  <a:lnTo>
                    <a:pt x="725" y="694"/>
                  </a:lnTo>
                  <a:lnTo>
                    <a:pt x="725" y="347"/>
                  </a:lnTo>
                  <a:cubicBezTo>
                    <a:pt x="725" y="158"/>
                    <a:pt x="568" y="1"/>
                    <a:pt x="347" y="1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" name="Google Shape;305;p34"/>
            <p:cNvSpPr/>
            <p:nvPr/>
          </p:nvSpPr>
          <p:spPr>
            <a:xfrm>
              <a:off x="-23106275" y="4027500"/>
              <a:ext cx="18150" cy="18125"/>
            </a:xfrm>
            <a:custGeom>
              <a:avLst/>
              <a:gdLst/>
              <a:ahLst/>
              <a:cxnLst/>
              <a:rect l="l" t="t" r="r" b="b"/>
              <a:pathLst>
                <a:path w="726" h="725" extrusionOk="0">
                  <a:moveTo>
                    <a:pt x="0" y="0"/>
                  </a:moveTo>
                  <a:lnTo>
                    <a:pt x="0" y="725"/>
                  </a:lnTo>
                  <a:lnTo>
                    <a:pt x="725" y="725"/>
                  </a:lnTo>
                  <a:lnTo>
                    <a:pt x="725" y="0"/>
                  </a:ln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" name="Google Shape;306;p34"/>
            <p:cNvSpPr/>
            <p:nvPr/>
          </p:nvSpPr>
          <p:spPr>
            <a:xfrm>
              <a:off x="-23244900" y="3888100"/>
              <a:ext cx="295375" cy="296150"/>
            </a:xfrm>
            <a:custGeom>
              <a:avLst/>
              <a:gdLst/>
              <a:ahLst/>
              <a:cxnLst/>
              <a:rect l="l" t="t" r="r" b="b"/>
              <a:pathLst>
                <a:path w="11815" h="11846" extrusionOk="0">
                  <a:moveTo>
                    <a:pt x="5892" y="725"/>
                  </a:moveTo>
                  <a:cubicBezTo>
                    <a:pt x="6333" y="725"/>
                    <a:pt x="6743" y="1008"/>
                    <a:pt x="6900" y="1449"/>
                  </a:cubicBezTo>
                  <a:lnTo>
                    <a:pt x="8349" y="1449"/>
                  </a:lnTo>
                  <a:cubicBezTo>
                    <a:pt x="9106" y="1449"/>
                    <a:pt x="9736" y="2079"/>
                    <a:pt x="9736" y="2835"/>
                  </a:cubicBezTo>
                  <a:cubicBezTo>
                    <a:pt x="9736" y="3214"/>
                    <a:pt x="9578" y="3529"/>
                    <a:pt x="9295" y="3812"/>
                  </a:cubicBezTo>
                  <a:cubicBezTo>
                    <a:pt x="9326" y="3938"/>
                    <a:pt x="9358" y="4096"/>
                    <a:pt x="9358" y="4190"/>
                  </a:cubicBezTo>
                  <a:cubicBezTo>
                    <a:pt x="9358" y="4600"/>
                    <a:pt x="9200" y="4915"/>
                    <a:pt x="8948" y="5198"/>
                  </a:cubicBezTo>
                  <a:cubicBezTo>
                    <a:pt x="8980" y="5324"/>
                    <a:pt x="9011" y="5450"/>
                    <a:pt x="9011" y="5576"/>
                  </a:cubicBezTo>
                  <a:cubicBezTo>
                    <a:pt x="9011" y="6333"/>
                    <a:pt x="8381" y="6963"/>
                    <a:pt x="7625" y="6963"/>
                  </a:cubicBezTo>
                  <a:cubicBezTo>
                    <a:pt x="7436" y="6963"/>
                    <a:pt x="7278" y="6805"/>
                    <a:pt x="7278" y="6616"/>
                  </a:cubicBezTo>
                  <a:cubicBezTo>
                    <a:pt x="7278" y="6427"/>
                    <a:pt x="7436" y="6269"/>
                    <a:pt x="7625" y="6269"/>
                  </a:cubicBezTo>
                  <a:cubicBezTo>
                    <a:pt x="8034" y="6269"/>
                    <a:pt x="8349" y="5954"/>
                    <a:pt x="8349" y="5545"/>
                  </a:cubicBezTo>
                  <a:cubicBezTo>
                    <a:pt x="8349" y="5167"/>
                    <a:pt x="8034" y="4852"/>
                    <a:pt x="7625" y="4852"/>
                  </a:cubicBezTo>
                  <a:lnTo>
                    <a:pt x="6932" y="4852"/>
                  </a:lnTo>
                  <a:lnTo>
                    <a:pt x="6932" y="7593"/>
                  </a:lnTo>
                  <a:lnTo>
                    <a:pt x="7940" y="7593"/>
                  </a:lnTo>
                  <a:cubicBezTo>
                    <a:pt x="8538" y="7593"/>
                    <a:pt x="8980" y="8065"/>
                    <a:pt x="8980" y="8632"/>
                  </a:cubicBezTo>
                  <a:cubicBezTo>
                    <a:pt x="8980" y="9105"/>
                    <a:pt x="8664" y="9514"/>
                    <a:pt x="8192" y="9609"/>
                  </a:cubicBezTo>
                  <a:cubicBezTo>
                    <a:pt x="7562" y="9767"/>
                    <a:pt x="7058" y="10145"/>
                    <a:pt x="6680" y="10586"/>
                  </a:cubicBezTo>
                  <a:cubicBezTo>
                    <a:pt x="6459" y="10869"/>
                    <a:pt x="6176" y="11027"/>
                    <a:pt x="5861" y="11027"/>
                  </a:cubicBezTo>
                  <a:cubicBezTo>
                    <a:pt x="5545" y="11027"/>
                    <a:pt x="5230" y="10869"/>
                    <a:pt x="5041" y="10586"/>
                  </a:cubicBezTo>
                  <a:cubicBezTo>
                    <a:pt x="4695" y="10113"/>
                    <a:pt x="4128" y="9767"/>
                    <a:pt x="3529" y="9609"/>
                  </a:cubicBezTo>
                  <a:cubicBezTo>
                    <a:pt x="3057" y="9483"/>
                    <a:pt x="2742" y="9042"/>
                    <a:pt x="2742" y="8569"/>
                  </a:cubicBezTo>
                  <a:cubicBezTo>
                    <a:pt x="2742" y="8002"/>
                    <a:pt x="3214" y="7561"/>
                    <a:pt x="3781" y="7561"/>
                  </a:cubicBezTo>
                  <a:lnTo>
                    <a:pt x="4789" y="7561"/>
                  </a:lnTo>
                  <a:lnTo>
                    <a:pt x="4789" y="4789"/>
                  </a:lnTo>
                  <a:lnTo>
                    <a:pt x="4096" y="4789"/>
                  </a:lnTo>
                  <a:cubicBezTo>
                    <a:pt x="3687" y="4789"/>
                    <a:pt x="3372" y="5104"/>
                    <a:pt x="3372" y="5513"/>
                  </a:cubicBezTo>
                  <a:cubicBezTo>
                    <a:pt x="3372" y="5891"/>
                    <a:pt x="3687" y="6206"/>
                    <a:pt x="4096" y="6206"/>
                  </a:cubicBezTo>
                  <a:cubicBezTo>
                    <a:pt x="4285" y="6206"/>
                    <a:pt x="4443" y="6364"/>
                    <a:pt x="4443" y="6553"/>
                  </a:cubicBezTo>
                  <a:cubicBezTo>
                    <a:pt x="4443" y="6774"/>
                    <a:pt x="4285" y="6931"/>
                    <a:pt x="4096" y="6931"/>
                  </a:cubicBezTo>
                  <a:cubicBezTo>
                    <a:pt x="3340" y="6931"/>
                    <a:pt x="2710" y="6301"/>
                    <a:pt x="2710" y="5545"/>
                  </a:cubicBezTo>
                  <a:cubicBezTo>
                    <a:pt x="2710" y="5387"/>
                    <a:pt x="2742" y="5261"/>
                    <a:pt x="2805" y="5135"/>
                  </a:cubicBezTo>
                  <a:cubicBezTo>
                    <a:pt x="2521" y="4883"/>
                    <a:pt x="2363" y="4568"/>
                    <a:pt x="2363" y="4159"/>
                  </a:cubicBezTo>
                  <a:cubicBezTo>
                    <a:pt x="2363" y="4001"/>
                    <a:pt x="2395" y="3875"/>
                    <a:pt x="2426" y="3781"/>
                  </a:cubicBezTo>
                  <a:cubicBezTo>
                    <a:pt x="2174" y="3497"/>
                    <a:pt x="2017" y="3182"/>
                    <a:pt x="2017" y="2772"/>
                  </a:cubicBezTo>
                  <a:cubicBezTo>
                    <a:pt x="2080" y="2048"/>
                    <a:pt x="2710" y="1449"/>
                    <a:pt x="3466" y="1449"/>
                  </a:cubicBezTo>
                  <a:lnTo>
                    <a:pt x="4915" y="1449"/>
                  </a:lnTo>
                  <a:cubicBezTo>
                    <a:pt x="5073" y="1040"/>
                    <a:pt x="5419" y="725"/>
                    <a:pt x="5892" y="725"/>
                  </a:cubicBezTo>
                  <a:close/>
                  <a:moveTo>
                    <a:pt x="1009" y="0"/>
                  </a:moveTo>
                  <a:cubicBezTo>
                    <a:pt x="473" y="32"/>
                    <a:pt x="1" y="504"/>
                    <a:pt x="1" y="1040"/>
                  </a:cubicBezTo>
                  <a:lnTo>
                    <a:pt x="1" y="10838"/>
                  </a:lnTo>
                  <a:cubicBezTo>
                    <a:pt x="1" y="11405"/>
                    <a:pt x="473" y="11846"/>
                    <a:pt x="1009" y="11846"/>
                  </a:cubicBezTo>
                  <a:lnTo>
                    <a:pt x="10807" y="11846"/>
                  </a:lnTo>
                  <a:cubicBezTo>
                    <a:pt x="11374" y="11846"/>
                    <a:pt x="11815" y="11373"/>
                    <a:pt x="11815" y="10775"/>
                  </a:cubicBezTo>
                  <a:lnTo>
                    <a:pt x="11815" y="1071"/>
                  </a:lnTo>
                  <a:cubicBezTo>
                    <a:pt x="11815" y="504"/>
                    <a:pt x="11342" y="32"/>
                    <a:pt x="10807" y="32"/>
                  </a:cubicBezTo>
                  <a:lnTo>
                    <a:pt x="1009" y="0"/>
                  </a:ln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" name="Google Shape;307;p34"/>
            <p:cNvSpPr/>
            <p:nvPr/>
          </p:nvSpPr>
          <p:spPr>
            <a:xfrm>
              <a:off x="-23070825" y="3975525"/>
              <a:ext cx="43325" cy="26800"/>
            </a:xfrm>
            <a:custGeom>
              <a:avLst/>
              <a:gdLst/>
              <a:ahLst/>
              <a:cxnLst/>
              <a:rect l="l" t="t" r="r" b="b"/>
              <a:pathLst>
                <a:path w="1733" h="1072" extrusionOk="0">
                  <a:moveTo>
                    <a:pt x="0" y="0"/>
                  </a:moveTo>
                  <a:lnTo>
                    <a:pt x="0" y="725"/>
                  </a:lnTo>
                  <a:lnTo>
                    <a:pt x="725" y="725"/>
                  </a:lnTo>
                  <a:cubicBezTo>
                    <a:pt x="748" y="722"/>
                    <a:pt x="772" y="721"/>
                    <a:pt x="795" y="721"/>
                  </a:cubicBezTo>
                  <a:cubicBezTo>
                    <a:pt x="1086" y="721"/>
                    <a:pt x="1374" y="896"/>
                    <a:pt x="1607" y="1071"/>
                  </a:cubicBezTo>
                  <a:cubicBezTo>
                    <a:pt x="1701" y="945"/>
                    <a:pt x="1733" y="819"/>
                    <a:pt x="1733" y="725"/>
                  </a:cubicBezTo>
                  <a:cubicBezTo>
                    <a:pt x="1733" y="315"/>
                    <a:pt x="1418" y="0"/>
                    <a:pt x="1040" y="0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" name="Google Shape;308;p34"/>
            <p:cNvSpPr/>
            <p:nvPr/>
          </p:nvSpPr>
          <p:spPr>
            <a:xfrm>
              <a:off x="-23158250" y="4097600"/>
              <a:ext cx="121300" cy="52000"/>
            </a:xfrm>
            <a:custGeom>
              <a:avLst/>
              <a:gdLst/>
              <a:ahLst/>
              <a:cxnLst/>
              <a:rect l="l" t="t" r="r" b="b"/>
              <a:pathLst>
                <a:path w="4852" h="2080" extrusionOk="0">
                  <a:moveTo>
                    <a:pt x="315" y="0"/>
                  </a:moveTo>
                  <a:cubicBezTo>
                    <a:pt x="158" y="0"/>
                    <a:pt x="0" y="158"/>
                    <a:pt x="0" y="347"/>
                  </a:cubicBezTo>
                  <a:cubicBezTo>
                    <a:pt x="0" y="567"/>
                    <a:pt x="158" y="662"/>
                    <a:pt x="284" y="693"/>
                  </a:cubicBezTo>
                  <a:cubicBezTo>
                    <a:pt x="1008" y="914"/>
                    <a:pt x="1701" y="1355"/>
                    <a:pt x="2174" y="1922"/>
                  </a:cubicBezTo>
                  <a:cubicBezTo>
                    <a:pt x="2205" y="2017"/>
                    <a:pt x="2269" y="2080"/>
                    <a:pt x="2426" y="2080"/>
                  </a:cubicBezTo>
                  <a:cubicBezTo>
                    <a:pt x="2584" y="2080"/>
                    <a:pt x="2678" y="2017"/>
                    <a:pt x="2710" y="1922"/>
                  </a:cubicBezTo>
                  <a:cubicBezTo>
                    <a:pt x="3151" y="1355"/>
                    <a:pt x="3812" y="882"/>
                    <a:pt x="4568" y="662"/>
                  </a:cubicBezTo>
                  <a:cubicBezTo>
                    <a:pt x="4726" y="630"/>
                    <a:pt x="4852" y="504"/>
                    <a:pt x="4852" y="347"/>
                  </a:cubicBezTo>
                  <a:cubicBezTo>
                    <a:pt x="4852" y="158"/>
                    <a:pt x="4694" y="0"/>
                    <a:pt x="4474" y="0"/>
                  </a:cubicBezTo>
                  <a:lnTo>
                    <a:pt x="3371" y="0"/>
                  </a:lnTo>
                  <a:cubicBezTo>
                    <a:pt x="3214" y="410"/>
                    <a:pt x="2867" y="725"/>
                    <a:pt x="2395" y="725"/>
                  </a:cubicBezTo>
                  <a:cubicBezTo>
                    <a:pt x="1922" y="725"/>
                    <a:pt x="1575" y="441"/>
                    <a:pt x="1418" y="0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" name="Google Shape;309;p34"/>
            <p:cNvSpPr/>
            <p:nvPr/>
          </p:nvSpPr>
          <p:spPr>
            <a:xfrm>
              <a:off x="-23176375" y="3940850"/>
              <a:ext cx="52800" cy="26825"/>
            </a:xfrm>
            <a:custGeom>
              <a:avLst/>
              <a:gdLst/>
              <a:ahLst/>
              <a:cxnLst/>
              <a:rect l="l" t="t" r="r" b="b"/>
              <a:pathLst>
                <a:path w="2112" h="1073" extrusionOk="0">
                  <a:moveTo>
                    <a:pt x="725" y="1"/>
                  </a:moveTo>
                  <a:cubicBezTo>
                    <a:pt x="316" y="1"/>
                    <a:pt x="1" y="316"/>
                    <a:pt x="1" y="725"/>
                  </a:cubicBezTo>
                  <a:cubicBezTo>
                    <a:pt x="1" y="851"/>
                    <a:pt x="64" y="978"/>
                    <a:pt x="127" y="1072"/>
                  </a:cubicBezTo>
                  <a:cubicBezTo>
                    <a:pt x="410" y="883"/>
                    <a:pt x="725" y="725"/>
                    <a:pt x="1072" y="725"/>
                  </a:cubicBezTo>
                  <a:lnTo>
                    <a:pt x="2111" y="725"/>
                  </a:lnTo>
                  <a:lnTo>
                    <a:pt x="2111" y="1"/>
                  </a:ln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" name="Google Shape;310;p34"/>
            <p:cNvSpPr/>
            <p:nvPr/>
          </p:nvSpPr>
          <p:spPr>
            <a:xfrm>
              <a:off x="-23166125" y="3976300"/>
              <a:ext cx="44125" cy="26800"/>
            </a:xfrm>
            <a:custGeom>
              <a:avLst/>
              <a:gdLst/>
              <a:ahLst/>
              <a:cxnLst/>
              <a:rect l="l" t="t" r="r" b="b"/>
              <a:pathLst>
                <a:path w="1765" h="1072" extrusionOk="0">
                  <a:moveTo>
                    <a:pt x="693" y="1"/>
                  </a:moveTo>
                  <a:cubicBezTo>
                    <a:pt x="315" y="1"/>
                    <a:pt x="0" y="316"/>
                    <a:pt x="0" y="725"/>
                  </a:cubicBezTo>
                  <a:cubicBezTo>
                    <a:pt x="0" y="851"/>
                    <a:pt x="32" y="1009"/>
                    <a:pt x="126" y="1072"/>
                  </a:cubicBezTo>
                  <a:cubicBezTo>
                    <a:pt x="347" y="820"/>
                    <a:pt x="693" y="725"/>
                    <a:pt x="1071" y="725"/>
                  </a:cubicBezTo>
                  <a:lnTo>
                    <a:pt x="1764" y="725"/>
                  </a:lnTo>
                  <a:lnTo>
                    <a:pt x="1764" y="1"/>
                  </a:ln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5" name="Imagen 4">
            <a:extLst>
              <a:ext uri="{FF2B5EF4-FFF2-40B4-BE49-F238E27FC236}">
                <a16:creationId xmlns:a16="http://schemas.microsoft.com/office/drawing/2014/main" id="{2C015614-1F56-85EB-0752-04B39B4147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6170" y="1032345"/>
            <a:ext cx="6172080" cy="39932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35"/>
          <p:cNvSpPr txBox="1"/>
          <p:nvPr/>
        </p:nvSpPr>
        <p:spPr>
          <a:xfrm>
            <a:off x="1875938" y="570925"/>
            <a:ext cx="6075600" cy="45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rgbClr val="51AFDB"/>
                </a:solidFill>
                <a:latin typeface="Khand"/>
                <a:ea typeface="Khand"/>
                <a:cs typeface="Khand"/>
                <a:sym typeface="Khand"/>
              </a:rPr>
              <a:t>Modelo spine-leaf:  </a:t>
            </a:r>
            <a:r>
              <a:rPr lang="en" sz="3000">
                <a:solidFill>
                  <a:srgbClr val="FFFFFF"/>
                </a:solidFill>
                <a:latin typeface="Khand"/>
                <a:ea typeface="Khand"/>
                <a:cs typeface="Khand"/>
                <a:sym typeface="Khand"/>
              </a:rPr>
              <a:t>Spine</a:t>
            </a:r>
            <a:endParaRPr sz="3000">
              <a:solidFill>
                <a:srgbClr val="FFFFFF"/>
              </a:solidFill>
              <a:latin typeface="Khand"/>
              <a:ea typeface="Khand"/>
              <a:cs typeface="Khand"/>
              <a:sym typeface="Khand"/>
            </a:endParaRPr>
          </a:p>
        </p:txBody>
      </p:sp>
      <p:sp>
        <p:nvSpPr>
          <p:cNvPr id="316" name="Google Shape;316;p35"/>
          <p:cNvSpPr txBox="1"/>
          <p:nvPr/>
        </p:nvSpPr>
        <p:spPr>
          <a:xfrm>
            <a:off x="1815500" y="1139263"/>
            <a:ext cx="30000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51AFDB"/>
                </a:solidFill>
                <a:latin typeface="Karla"/>
                <a:ea typeface="Karla"/>
                <a:cs typeface="Karla"/>
                <a:sym typeface="Karla"/>
              </a:rPr>
              <a:t>El tronco de la topología Spine-Leaf</a:t>
            </a:r>
            <a:endParaRPr sz="1100">
              <a:solidFill>
                <a:srgbClr val="51AFDB"/>
              </a:solidFill>
              <a:latin typeface="Karla"/>
              <a:ea typeface="Karla"/>
              <a:cs typeface="Karla"/>
              <a:sym typeface="Karla"/>
            </a:endParaRPr>
          </a:p>
        </p:txBody>
      </p:sp>
      <p:sp>
        <p:nvSpPr>
          <p:cNvPr id="317" name="Google Shape;317;p35"/>
          <p:cNvSpPr txBox="1"/>
          <p:nvPr/>
        </p:nvSpPr>
        <p:spPr>
          <a:xfrm>
            <a:off x="1815500" y="1333963"/>
            <a:ext cx="64326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Karla Light"/>
                <a:ea typeface="Karla Light"/>
                <a:cs typeface="Karla Light"/>
                <a:sym typeface="Karla Light"/>
              </a:rPr>
              <a:t>Son el centro de conectividad, desde donde se ramifican los leaf.</a:t>
            </a:r>
            <a:endParaRPr sz="130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</p:txBody>
      </p:sp>
      <p:sp>
        <p:nvSpPr>
          <p:cNvPr id="318" name="Google Shape;318;p35"/>
          <p:cNvSpPr txBox="1"/>
          <p:nvPr/>
        </p:nvSpPr>
        <p:spPr>
          <a:xfrm>
            <a:off x="1115025" y="1613550"/>
            <a:ext cx="33015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51AFDB"/>
                </a:solidFill>
                <a:latin typeface="Karla"/>
                <a:ea typeface="Karla"/>
                <a:cs typeface="Karla"/>
                <a:sym typeface="Karla"/>
              </a:rPr>
              <a:t>Switches de alto rendimiento y baja latencia</a:t>
            </a:r>
            <a:endParaRPr sz="1100">
              <a:solidFill>
                <a:srgbClr val="51AFDB"/>
              </a:solidFill>
              <a:latin typeface="Karla"/>
              <a:ea typeface="Karla"/>
              <a:cs typeface="Karla"/>
              <a:sym typeface="Karla"/>
            </a:endParaRPr>
          </a:p>
        </p:txBody>
      </p:sp>
      <p:sp>
        <p:nvSpPr>
          <p:cNvPr id="319" name="Google Shape;319;p35"/>
          <p:cNvSpPr txBox="1"/>
          <p:nvPr/>
        </p:nvSpPr>
        <p:spPr>
          <a:xfrm>
            <a:off x="1115025" y="1797900"/>
            <a:ext cx="6865800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Karla Light"/>
                <a:ea typeface="Karla Light"/>
                <a:cs typeface="Karla Light"/>
                <a:sym typeface="Karla Light"/>
              </a:rPr>
              <a:t>Diseñados para manejar grandes volúmenes de tráfico entre Leaf, sin cuellos de botella.</a:t>
            </a:r>
            <a:endParaRPr sz="110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0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</p:txBody>
      </p:sp>
      <p:sp>
        <p:nvSpPr>
          <p:cNvPr id="320" name="Google Shape;320;p35"/>
          <p:cNvSpPr txBox="1"/>
          <p:nvPr/>
        </p:nvSpPr>
        <p:spPr>
          <a:xfrm>
            <a:off x="1771625" y="2081475"/>
            <a:ext cx="42120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51AFDB"/>
                </a:solidFill>
                <a:latin typeface="Karla"/>
                <a:ea typeface="Karla"/>
                <a:cs typeface="Karla"/>
                <a:sym typeface="Karla"/>
              </a:rPr>
              <a:t>No se conectan entre sí ni a dispositivos finales</a:t>
            </a:r>
            <a:endParaRPr sz="1100">
              <a:solidFill>
                <a:srgbClr val="51AFDB"/>
              </a:solidFill>
              <a:latin typeface="Karla"/>
              <a:ea typeface="Karla"/>
              <a:cs typeface="Karla"/>
              <a:sym typeface="Karla"/>
            </a:endParaRPr>
          </a:p>
        </p:txBody>
      </p:sp>
      <p:sp>
        <p:nvSpPr>
          <p:cNvPr id="321" name="Google Shape;321;p35"/>
          <p:cNvSpPr txBox="1"/>
          <p:nvPr/>
        </p:nvSpPr>
        <p:spPr>
          <a:xfrm>
            <a:off x="1771625" y="2288950"/>
            <a:ext cx="6240600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Karla Light"/>
                <a:ea typeface="Karla Light"/>
                <a:cs typeface="Karla Light"/>
                <a:sym typeface="Karla Light"/>
              </a:rPr>
              <a:t>No enlazan con servidores ni se conectan entre ellos. Su función es solo </a:t>
            </a:r>
            <a:r>
              <a:rPr lang="en" sz="1100">
                <a:solidFill>
                  <a:srgbClr val="3B8794"/>
                </a:solidFill>
                <a:latin typeface="Karla Light"/>
                <a:ea typeface="Karla Light"/>
                <a:cs typeface="Karla Light"/>
                <a:sym typeface="Karla Light"/>
              </a:rPr>
              <a:t>transporte eficiente.</a:t>
            </a:r>
            <a:endParaRPr sz="1100">
              <a:solidFill>
                <a:srgbClr val="3B8794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0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</p:txBody>
      </p:sp>
      <p:grpSp>
        <p:nvGrpSpPr>
          <p:cNvPr id="322" name="Google Shape;322;p35"/>
          <p:cNvGrpSpPr/>
          <p:nvPr/>
        </p:nvGrpSpPr>
        <p:grpSpPr>
          <a:xfrm>
            <a:off x="1382479" y="512423"/>
            <a:ext cx="450470" cy="449325"/>
            <a:chOff x="-20946600" y="3317850"/>
            <a:chExt cx="304825" cy="304050"/>
          </a:xfrm>
        </p:grpSpPr>
        <p:sp>
          <p:nvSpPr>
            <p:cNvPr id="323" name="Google Shape;323;p35"/>
            <p:cNvSpPr/>
            <p:nvPr/>
          </p:nvSpPr>
          <p:spPr>
            <a:xfrm>
              <a:off x="-20946600" y="3317850"/>
              <a:ext cx="232350" cy="248925"/>
            </a:xfrm>
            <a:custGeom>
              <a:avLst/>
              <a:gdLst/>
              <a:ahLst/>
              <a:cxnLst/>
              <a:rect l="l" t="t" r="r" b="b"/>
              <a:pathLst>
                <a:path w="9294" h="9957" extrusionOk="0">
                  <a:moveTo>
                    <a:pt x="4631" y="1"/>
                  </a:moveTo>
                  <a:cubicBezTo>
                    <a:pt x="3340" y="1"/>
                    <a:pt x="2268" y="977"/>
                    <a:pt x="2142" y="2237"/>
                  </a:cubicBezTo>
                  <a:cubicBezTo>
                    <a:pt x="1292" y="2521"/>
                    <a:pt x="693" y="3340"/>
                    <a:pt x="693" y="4254"/>
                  </a:cubicBezTo>
                  <a:cubicBezTo>
                    <a:pt x="693" y="4695"/>
                    <a:pt x="819" y="5073"/>
                    <a:pt x="1040" y="5451"/>
                  </a:cubicBezTo>
                  <a:cubicBezTo>
                    <a:pt x="378" y="5923"/>
                    <a:pt x="0" y="6648"/>
                    <a:pt x="0" y="7499"/>
                  </a:cubicBezTo>
                  <a:cubicBezTo>
                    <a:pt x="0" y="8853"/>
                    <a:pt x="1134" y="9956"/>
                    <a:pt x="2520" y="9956"/>
                  </a:cubicBezTo>
                  <a:lnTo>
                    <a:pt x="4316" y="9956"/>
                  </a:lnTo>
                  <a:lnTo>
                    <a:pt x="4316" y="8349"/>
                  </a:lnTo>
                  <a:lnTo>
                    <a:pt x="2962" y="7026"/>
                  </a:lnTo>
                  <a:cubicBezTo>
                    <a:pt x="2804" y="6869"/>
                    <a:pt x="2804" y="6648"/>
                    <a:pt x="2962" y="6491"/>
                  </a:cubicBezTo>
                  <a:cubicBezTo>
                    <a:pt x="3040" y="6412"/>
                    <a:pt x="3135" y="6372"/>
                    <a:pt x="3229" y="6372"/>
                  </a:cubicBezTo>
                  <a:cubicBezTo>
                    <a:pt x="3324" y="6372"/>
                    <a:pt x="3418" y="6412"/>
                    <a:pt x="3497" y="6491"/>
                  </a:cubicBezTo>
                  <a:lnTo>
                    <a:pt x="4316" y="7341"/>
                  </a:lnTo>
                  <a:lnTo>
                    <a:pt x="4316" y="5482"/>
                  </a:lnTo>
                  <a:lnTo>
                    <a:pt x="2962" y="4128"/>
                  </a:lnTo>
                  <a:cubicBezTo>
                    <a:pt x="2804" y="3970"/>
                    <a:pt x="2804" y="3781"/>
                    <a:pt x="2962" y="3624"/>
                  </a:cubicBezTo>
                  <a:cubicBezTo>
                    <a:pt x="3040" y="3545"/>
                    <a:pt x="3135" y="3505"/>
                    <a:pt x="3229" y="3505"/>
                  </a:cubicBezTo>
                  <a:cubicBezTo>
                    <a:pt x="3324" y="3505"/>
                    <a:pt x="3418" y="3545"/>
                    <a:pt x="3497" y="3624"/>
                  </a:cubicBezTo>
                  <a:lnTo>
                    <a:pt x="4316" y="4443"/>
                  </a:lnTo>
                  <a:lnTo>
                    <a:pt x="4316" y="2458"/>
                  </a:lnTo>
                  <a:cubicBezTo>
                    <a:pt x="4316" y="2237"/>
                    <a:pt x="4474" y="2080"/>
                    <a:pt x="4663" y="2080"/>
                  </a:cubicBezTo>
                  <a:cubicBezTo>
                    <a:pt x="4852" y="2080"/>
                    <a:pt x="5009" y="2237"/>
                    <a:pt x="5009" y="2458"/>
                  </a:cubicBezTo>
                  <a:lnTo>
                    <a:pt x="5009" y="5860"/>
                  </a:lnTo>
                  <a:lnTo>
                    <a:pt x="5860" y="5041"/>
                  </a:lnTo>
                  <a:cubicBezTo>
                    <a:pt x="5939" y="4963"/>
                    <a:pt x="6025" y="4923"/>
                    <a:pt x="6112" y="4923"/>
                  </a:cubicBezTo>
                  <a:cubicBezTo>
                    <a:pt x="6199" y="4923"/>
                    <a:pt x="6285" y="4963"/>
                    <a:pt x="6364" y="5041"/>
                  </a:cubicBezTo>
                  <a:cubicBezTo>
                    <a:pt x="6522" y="5199"/>
                    <a:pt x="6522" y="5388"/>
                    <a:pt x="6364" y="5545"/>
                  </a:cubicBezTo>
                  <a:lnTo>
                    <a:pt x="5009" y="6900"/>
                  </a:lnTo>
                  <a:lnTo>
                    <a:pt x="5009" y="9956"/>
                  </a:lnTo>
                  <a:lnTo>
                    <a:pt x="6805" y="9956"/>
                  </a:lnTo>
                  <a:cubicBezTo>
                    <a:pt x="8160" y="9956"/>
                    <a:pt x="9294" y="8853"/>
                    <a:pt x="9294" y="7499"/>
                  </a:cubicBezTo>
                  <a:cubicBezTo>
                    <a:pt x="9294" y="6648"/>
                    <a:pt x="8884" y="5923"/>
                    <a:pt x="8223" y="5451"/>
                  </a:cubicBezTo>
                  <a:cubicBezTo>
                    <a:pt x="8443" y="5073"/>
                    <a:pt x="8569" y="4695"/>
                    <a:pt x="8569" y="4254"/>
                  </a:cubicBezTo>
                  <a:cubicBezTo>
                    <a:pt x="8569" y="3340"/>
                    <a:pt x="7971" y="2521"/>
                    <a:pt x="7120" y="2237"/>
                  </a:cubicBezTo>
                  <a:cubicBezTo>
                    <a:pt x="6994" y="977"/>
                    <a:pt x="5923" y="1"/>
                    <a:pt x="4631" y="1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4" name="Google Shape;324;p35"/>
            <p:cNvSpPr/>
            <p:nvPr/>
          </p:nvSpPr>
          <p:spPr>
            <a:xfrm>
              <a:off x="-20775700" y="3318650"/>
              <a:ext cx="133925" cy="249700"/>
            </a:xfrm>
            <a:custGeom>
              <a:avLst/>
              <a:gdLst/>
              <a:ahLst/>
              <a:cxnLst/>
              <a:rect l="l" t="t" r="r" b="b"/>
              <a:pathLst>
                <a:path w="5357" h="9988" extrusionOk="0">
                  <a:moveTo>
                    <a:pt x="694" y="0"/>
                  </a:moveTo>
                  <a:cubicBezTo>
                    <a:pt x="473" y="0"/>
                    <a:pt x="253" y="32"/>
                    <a:pt x="1" y="126"/>
                  </a:cubicBezTo>
                  <a:cubicBezTo>
                    <a:pt x="473" y="567"/>
                    <a:pt x="820" y="1103"/>
                    <a:pt x="977" y="1764"/>
                  </a:cubicBezTo>
                  <a:cubicBezTo>
                    <a:pt x="1891" y="2300"/>
                    <a:pt x="2490" y="3245"/>
                    <a:pt x="2490" y="4285"/>
                  </a:cubicBezTo>
                  <a:cubicBezTo>
                    <a:pt x="2490" y="4663"/>
                    <a:pt x="2395" y="4978"/>
                    <a:pt x="2269" y="5293"/>
                  </a:cubicBezTo>
                  <a:cubicBezTo>
                    <a:pt x="2836" y="5860"/>
                    <a:pt x="3183" y="6648"/>
                    <a:pt x="3183" y="7498"/>
                  </a:cubicBezTo>
                  <a:cubicBezTo>
                    <a:pt x="3183" y="8506"/>
                    <a:pt x="2710" y="9389"/>
                    <a:pt x="1985" y="9987"/>
                  </a:cubicBezTo>
                  <a:lnTo>
                    <a:pt x="2836" y="9987"/>
                  </a:lnTo>
                  <a:cubicBezTo>
                    <a:pt x="4222" y="9987"/>
                    <a:pt x="5325" y="8853"/>
                    <a:pt x="5325" y="7498"/>
                  </a:cubicBezTo>
                  <a:cubicBezTo>
                    <a:pt x="5357" y="6679"/>
                    <a:pt x="4915" y="5891"/>
                    <a:pt x="4285" y="5450"/>
                  </a:cubicBezTo>
                  <a:cubicBezTo>
                    <a:pt x="4537" y="5104"/>
                    <a:pt x="4632" y="4694"/>
                    <a:pt x="4632" y="4253"/>
                  </a:cubicBezTo>
                  <a:cubicBezTo>
                    <a:pt x="4632" y="3340"/>
                    <a:pt x="4065" y="2520"/>
                    <a:pt x="3183" y="2237"/>
                  </a:cubicBezTo>
                  <a:cubicBezTo>
                    <a:pt x="3057" y="977"/>
                    <a:pt x="2017" y="0"/>
                    <a:pt x="694" y="0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5" name="Google Shape;325;p35"/>
            <p:cNvSpPr/>
            <p:nvPr/>
          </p:nvSpPr>
          <p:spPr>
            <a:xfrm>
              <a:off x="-20890700" y="3586425"/>
              <a:ext cx="195375" cy="35475"/>
            </a:xfrm>
            <a:custGeom>
              <a:avLst/>
              <a:gdLst/>
              <a:ahLst/>
              <a:cxnLst/>
              <a:rect l="l" t="t" r="r" b="b"/>
              <a:pathLst>
                <a:path w="7815" h="1419" extrusionOk="0">
                  <a:moveTo>
                    <a:pt x="2112" y="1"/>
                  </a:moveTo>
                  <a:lnTo>
                    <a:pt x="2112" y="725"/>
                  </a:lnTo>
                  <a:lnTo>
                    <a:pt x="347" y="725"/>
                  </a:lnTo>
                  <a:cubicBezTo>
                    <a:pt x="158" y="725"/>
                    <a:pt x="1" y="883"/>
                    <a:pt x="1" y="1072"/>
                  </a:cubicBezTo>
                  <a:cubicBezTo>
                    <a:pt x="1" y="1261"/>
                    <a:pt x="158" y="1418"/>
                    <a:pt x="347" y="1418"/>
                  </a:cubicBezTo>
                  <a:lnTo>
                    <a:pt x="7468" y="1418"/>
                  </a:lnTo>
                  <a:cubicBezTo>
                    <a:pt x="7657" y="1418"/>
                    <a:pt x="7814" y="1261"/>
                    <a:pt x="7814" y="1072"/>
                  </a:cubicBezTo>
                  <a:cubicBezTo>
                    <a:pt x="7814" y="883"/>
                    <a:pt x="7625" y="725"/>
                    <a:pt x="7436" y="725"/>
                  </a:cubicBezTo>
                  <a:lnTo>
                    <a:pt x="5672" y="725"/>
                  </a:lnTo>
                  <a:lnTo>
                    <a:pt x="5672" y="1"/>
                  </a:lnTo>
                  <a:lnTo>
                    <a:pt x="4947" y="1"/>
                  </a:lnTo>
                  <a:lnTo>
                    <a:pt x="4947" y="725"/>
                  </a:lnTo>
                  <a:lnTo>
                    <a:pt x="2836" y="725"/>
                  </a:lnTo>
                  <a:lnTo>
                    <a:pt x="2836" y="1"/>
                  </a:ln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26" name="Google Shape;326;p35"/>
          <p:cNvSpPr txBox="1"/>
          <p:nvPr/>
        </p:nvSpPr>
        <p:spPr>
          <a:xfrm>
            <a:off x="1115025" y="2577363"/>
            <a:ext cx="42120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51AFDB"/>
                </a:solidFill>
                <a:latin typeface="Karla"/>
                <a:ea typeface="Karla"/>
                <a:cs typeface="Karla"/>
                <a:sym typeface="Karla"/>
              </a:rPr>
              <a:t>Malla total</a:t>
            </a:r>
            <a:endParaRPr sz="1100">
              <a:solidFill>
                <a:srgbClr val="51AFDB"/>
              </a:solidFill>
              <a:latin typeface="Karla"/>
              <a:ea typeface="Karla"/>
              <a:cs typeface="Karla"/>
              <a:sym typeface="Karla"/>
            </a:endParaRPr>
          </a:p>
        </p:txBody>
      </p:sp>
      <p:sp>
        <p:nvSpPr>
          <p:cNvPr id="327" name="Google Shape;327;p35"/>
          <p:cNvSpPr txBox="1"/>
          <p:nvPr/>
        </p:nvSpPr>
        <p:spPr>
          <a:xfrm>
            <a:off x="1115025" y="2771513"/>
            <a:ext cx="6240600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Karla Light"/>
                <a:ea typeface="Karla Light"/>
                <a:cs typeface="Karla Light"/>
                <a:sym typeface="Karla Light"/>
              </a:rPr>
              <a:t>Esto garantiza rutas redundantes, tráfico balanceado y latencia uniforme.</a:t>
            </a:r>
            <a:endParaRPr sz="110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0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</p:txBody>
      </p:sp>
      <p:sp>
        <p:nvSpPr>
          <p:cNvPr id="328" name="Google Shape;328;p35"/>
          <p:cNvSpPr txBox="1"/>
          <p:nvPr/>
        </p:nvSpPr>
        <p:spPr>
          <a:xfrm>
            <a:off x="1803350" y="3010800"/>
            <a:ext cx="42120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51AFDB"/>
                </a:solidFill>
                <a:latin typeface="Karla"/>
                <a:ea typeface="Karla"/>
                <a:cs typeface="Karla"/>
                <a:sym typeface="Karla"/>
              </a:rPr>
              <a:t>Escalado horizontal sencillo y limpio</a:t>
            </a:r>
            <a:endParaRPr sz="1100">
              <a:solidFill>
                <a:srgbClr val="51AFDB"/>
              </a:solidFill>
              <a:latin typeface="Karla"/>
              <a:ea typeface="Karla"/>
              <a:cs typeface="Karla"/>
              <a:sym typeface="Karla"/>
            </a:endParaRPr>
          </a:p>
        </p:txBody>
      </p:sp>
      <p:sp>
        <p:nvSpPr>
          <p:cNvPr id="329" name="Google Shape;329;p35"/>
          <p:cNvSpPr txBox="1"/>
          <p:nvPr/>
        </p:nvSpPr>
        <p:spPr>
          <a:xfrm>
            <a:off x="1803350" y="3218275"/>
            <a:ext cx="6240600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Karla Light"/>
                <a:ea typeface="Karla Light"/>
                <a:cs typeface="Karla Light"/>
                <a:sym typeface="Karla Light"/>
              </a:rPr>
              <a:t>Esto garantiza rutas redundantes, tráfico balanceado y latencia uniforme.</a:t>
            </a:r>
            <a:endParaRPr sz="110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0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</p:txBody>
      </p:sp>
      <p:sp>
        <p:nvSpPr>
          <p:cNvPr id="330" name="Google Shape;330;p35"/>
          <p:cNvSpPr txBox="1"/>
          <p:nvPr/>
        </p:nvSpPr>
        <p:spPr>
          <a:xfrm>
            <a:off x="1367050" y="3580500"/>
            <a:ext cx="42120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51AFDB"/>
                </a:solidFill>
                <a:latin typeface="Karla"/>
                <a:ea typeface="Karla"/>
                <a:cs typeface="Karla"/>
                <a:sym typeface="Karla"/>
              </a:rPr>
              <a:t>Distribución, no concentración</a:t>
            </a:r>
            <a:endParaRPr sz="1100">
              <a:solidFill>
                <a:srgbClr val="51AFDB"/>
              </a:solidFill>
              <a:latin typeface="Karla"/>
              <a:ea typeface="Karla"/>
              <a:cs typeface="Karla"/>
              <a:sym typeface="Karla"/>
            </a:endParaRPr>
          </a:p>
        </p:txBody>
      </p:sp>
      <p:sp>
        <p:nvSpPr>
          <p:cNvPr id="331" name="Google Shape;331;p35"/>
          <p:cNvSpPr txBox="1"/>
          <p:nvPr/>
        </p:nvSpPr>
        <p:spPr>
          <a:xfrm>
            <a:off x="1367050" y="3787975"/>
            <a:ext cx="6240600" cy="113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Karla Light"/>
                <a:ea typeface="Karla Light"/>
                <a:cs typeface="Karla Light"/>
                <a:sym typeface="Karla Light"/>
              </a:rPr>
              <a:t>No acumulan funciones, sino que reparten la carga y mantienen la red fluida y simétrica, entre cualquier par de nodos finales.</a:t>
            </a:r>
            <a:endParaRPr sz="110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0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0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0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</p:txBody>
      </p:sp>
      <p:grpSp>
        <p:nvGrpSpPr>
          <p:cNvPr id="332" name="Google Shape;332;p35"/>
          <p:cNvGrpSpPr/>
          <p:nvPr/>
        </p:nvGrpSpPr>
        <p:grpSpPr>
          <a:xfrm>
            <a:off x="1490754" y="1266505"/>
            <a:ext cx="280873" cy="296283"/>
            <a:chOff x="-18645175" y="3334200"/>
            <a:chExt cx="307200" cy="305825"/>
          </a:xfrm>
        </p:grpSpPr>
        <p:sp>
          <p:nvSpPr>
            <p:cNvPr id="333" name="Google Shape;333;p35"/>
            <p:cNvSpPr/>
            <p:nvPr/>
          </p:nvSpPr>
          <p:spPr>
            <a:xfrm>
              <a:off x="-18627850" y="3424975"/>
              <a:ext cx="289875" cy="215050"/>
            </a:xfrm>
            <a:custGeom>
              <a:avLst/>
              <a:gdLst/>
              <a:ahLst/>
              <a:cxnLst/>
              <a:rect l="l" t="t" r="r" b="b"/>
              <a:pathLst>
                <a:path w="11595" h="8602" extrusionOk="0">
                  <a:moveTo>
                    <a:pt x="7530" y="2111"/>
                  </a:moveTo>
                  <a:cubicBezTo>
                    <a:pt x="7719" y="2111"/>
                    <a:pt x="7877" y="2269"/>
                    <a:pt x="7877" y="2458"/>
                  </a:cubicBezTo>
                  <a:lnTo>
                    <a:pt x="7877" y="4568"/>
                  </a:lnTo>
                  <a:cubicBezTo>
                    <a:pt x="7877" y="4789"/>
                    <a:pt x="7719" y="4946"/>
                    <a:pt x="7530" y="4946"/>
                  </a:cubicBezTo>
                  <a:cubicBezTo>
                    <a:pt x="7341" y="4946"/>
                    <a:pt x="7184" y="4789"/>
                    <a:pt x="7184" y="4568"/>
                  </a:cubicBezTo>
                  <a:lnTo>
                    <a:pt x="7184" y="2458"/>
                  </a:lnTo>
                  <a:cubicBezTo>
                    <a:pt x="7184" y="2269"/>
                    <a:pt x="7341" y="2111"/>
                    <a:pt x="7530" y="2111"/>
                  </a:cubicBezTo>
                  <a:close/>
                  <a:moveTo>
                    <a:pt x="2584" y="0"/>
                  </a:moveTo>
                  <a:cubicBezTo>
                    <a:pt x="2364" y="0"/>
                    <a:pt x="2206" y="158"/>
                    <a:pt x="2206" y="347"/>
                  </a:cubicBezTo>
                  <a:lnTo>
                    <a:pt x="2206" y="1764"/>
                  </a:lnTo>
                  <a:lnTo>
                    <a:pt x="2206" y="2489"/>
                  </a:lnTo>
                  <a:cubicBezTo>
                    <a:pt x="2206" y="2678"/>
                    <a:pt x="2364" y="2836"/>
                    <a:pt x="2584" y="2836"/>
                  </a:cubicBezTo>
                  <a:lnTo>
                    <a:pt x="3624" y="2836"/>
                  </a:lnTo>
                  <a:cubicBezTo>
                    <a:pt x="4821" y="2836"/>
                    <a:pt x="5766" y="3781"/>
                    <a:pt x="5766" y="4978"/>
                  </a:cubicBezTo>
                  <a:cubicBezTo>
                    <a:pt x="5766" y="6144"/>
                    <a:pt x="4821" y="7089"/>
                    <a:pt x="3624" y="7089"/>
                  </a:cubicBezTo>
                  <a:lnTo>
                    <a:pt x="3277" y="7089"/>
                  </a:lnTo>
                  <a:cubicBezTo>
                    <a:pt x="2616" y="7089"/>
                    <a:pt x="1986" y="6931"/>
                    <a:pt x="1387" y="6711"/>
                  </a:cubicBezTo>
                  <a:cubicBezTo>
                    <a:pt x="1072" y="7183"/>
                    <a:pt x="694" y="7593"/>
                    <a:pt x="221" y="7908"/>
                  </a:cubicBezTo>
                  <a:cubicBezTo>
                    <a:pt x="95" y="8002"/>
                    <a:pt x="1" y="8160"/>
                    <a:pt x="64" y="8317"/>
                  </a:cubicBezTo>
                  <a:cubicBezTo>
                    <a:pt x="95" y="8475"/>
                    <a:pt x="253" y="8538"/>
                    <a:pt x="410" y="8538"/>
                  </a:cubicBezTo>
                  <a:lnTo>
                    <a:pt x="3624" y="8538"/>
                  </a:lnTo>
                  <a:lnTo>
                    <a:pt x="3624" y="8191"/>
                  </a:lnTo>
                  <a:cubicBezTo>
                    <a:pt x="3624" y="8002"/>
                    <a:pt x="3781" y="7845"/>
                    <a:pt x="4002" y="7845"/>
                  </a:cubicBezTo>
                  <a:cubicBezTo>
                    <a:pt x="4191" y="7845"/>
                    <a:pt x="4348" y="8002"/>
                    <a:pt x="4348" y="8191"/>
                  </a:cubicBezTo>
                  <a:lnTo>
                    <a:pt x="4348" y="8538"/>
                  </a:lnTo>
                  <a:lnTo>
                    <a:pt x="6522" y="8538"/>
                  </a:lnTo>
                  <a:lnTo>
                    <a:pt x="6522" y="6049"/>
                  </a:lnTo>
                  <a:cubicBezTo>
                    <a:pt x="6522" y="5829"/>
                    <a:pt x="6680" y="5671"/>
                    <a:pt x="6869" y="5671"/>
                  </a:cubicBezTo>
                  <a:cubicBezTo>
                    <a:pt x="7058" y="5671"/>
                    <a:pt x="7215" y="5829"/>
                    <a:pt x="7215" y="6049"/>
                  </a:cubicBezTo>
                  <a:lnTo>
                    <a:pt x="7215" y="8601"/>
                  </a:lnTo>
                  <a:lnTo>
                    <a:pt x="11153" y="8601"/>
                  </a:lnTo>
                  <a:cubicBezTo>
                    <a:pt x="11468" y="8538"/>
                    <a:pt x="11595" y="8128"/>
                    <a:pt x="11311" y="7939"/>
                  </a:cubicBezTo>
                  <a:cubicBezTo>
                    <a:pt x="10208" y="7215"/>
                    <a:pt x="9547" y="5986"/>
                    <a:pt x="9389" y="4726"/>
                  </a:cubicBezTo>
                  <a:lnTo>
                    <a:pt x="10681" y="3434"/>
                  </a:lnTo>
                  <a:cubicBezTo>
                    <a:pt x="10775" y="3371"/>
                    <a:pt x="10807" y="3277"/>
                    <a:pt x="10807" y="3182"/>
                  </a:cubicBezTo>
                  <a:lnTo>
                    <a:pt x="10807" y="1764"/>
                  </a:lnTo>
                  <a:cubicBezTo>
                    <a:pt x="10807" y="1563"/>
                    <a:pt x="10625" y="1422"/>
                    <a:pt x="10440" y="1422"/>
                  </a:cubicBezTo>
                  <a:cubicBezTo>
                    <a:pt x="10394" y="1422"/>
                    <a:pt x="10347" y="1431"/>
                    <a:pt x="10303" y="1449"/>
                  </a:cubicBezTo>
                  <a:lnTo>
                    <a:pt x="9389" y="1922"/>
                  </a:lnTo>
                  <a:lnTo>
                    <a:pt x="9389" y="347"/>
                  </a:lnTo>
                  <a:cubicBezTo>
                    <a:pt x="9389" y="158"/>
                    <a:pt x="9232" y="0"/>
                    <a:pt x="9043" y="0"/>
                  </a:cubicBezTo>
                  <a:lnTo>
                    <a:pt x="6522" y="0"/>
                  </a:lnTo>
                  <a:lnTo>
                    <a:pt x="6522" y="3245"/>
                  </a:lnTo>
                  <a:cubicBezTo>
                    <a:pt x="6522" y="3434"/>
                    <a:pt x="6365" y="3592"/>
                    <a:pt x="6144" y="3592"/>
                  </a:cubicBezTo>
                  <a:cubicBezTo>
                    <a:pt x="5955" y="3592"/>
                    <a:pt x="5798" y="3434"/>
                    <a:pt x="5798" y="3245"/>
                  </a:cubicBezTo>
                  <a:lnTo>
                    <a:pt x="5798" y="0"/>
                  </a:lnTo>
                  <a:lnTo>
                    <a:pt x="4348" y="0"/>
                  </a:lnTo>
                  <a:lnTo>
                    <a:pt x="4348" y="1764"/>
                  </a:lnTo>
                  <a:cubicBezTo>
                    <a:pt x="4348" y="1985"/>
                    <a:pt x="4191" y="2143"/>
                    <a:pt x="4002" y="2143"/>
                  </a:cubicBezTo>
                  <a:cubicBezTo>
                    <a:pt x="3781" y="2143"/>
                    <a:pt x="3624" y="1985"/>
                    <a:pt x="3624" y="1764"/>
                  </a:cubicBezTo>
                  <a:lnTo>
                    <a:pt x="3624" y="0"/>
                  </a:ln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" name="Google Shape;334;p35"/>
            <p:cNvSpPr/>
            <p:nvPr/>
          </p:nvSpPr>
          <p:spPr>
            <a:xfrm>
              <a:off x="-18645175" y="3424975"/>
              <a:ext cx="141800" cy="159900"/>
            </a:xfrm>
            <a:custGeom>
              <a:avLst/>
              <a:gdLst/>
              <a:ahLst/>
              <a:cxnLst/>
              <a:rect l="l" t="t" r="r" b="b"/>
              <a:pathLst>
                <a:path w="5672" h="6396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lnTo>
                    <a:pt x="1" y="2489"/>
                  </a:lnTo>
                  <a:cubicBezTo>
                    <a:pt x="1" y="4600"/>
                    <a:pt x="1733" y="6396"/>
                    <a:pt x="3907" y="6396"/>
                  </a:cubicBezTo>
                  <a:lnTo>
                    <a:pt x="4254" y="6396"/>
                  </a:lnTo>
                  <a:cubicBezTo>
                    <a:pt x="5041" y="6396"/>
                    <a:pt x="5671" y="5766"/>
                    <a:pt x="5671" y="4978"/>
                  </a:cubicBezTo>
                  <a:cubicBezTo>
                    <a:pt x="5671" y="4190"/>
                    <a:pt x="5041" y="3560"/>
                    <a:pt x="4254" y="3560"/>
                  </a:cubicBezTo>
                  <a:lnTo>
                    <a:pt x="3183" y="3560"/>
                  </a:lnTo>
                  <a:cubicBezTo>
                    <a:pt x="2584" y="3560"/>
                    <a:pt x="2111" y="3088"/>
                    <a:pt x="2111" y="2489"/>
                  </a:cubicBezTo>
                  <a:lnTo>
                    <a:pt x="2111" y="1764"/>
                  </a:lnTo>
                  <a:cubicBezTo>
                    <a:pt x="2111" y="788"/>
                    <a:pt x="1324" y="0"/>
                    <a:pt x="347" y="0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5" name="Google Shape;335;p35"/>
            <p:cNvSpPr/>
            <p:nvPr/>
          </p:nvSpPr>
          <p:spPr>
            <a:xfrm>
              <a:off x="-18466375" y="3334200"/>
              <a:ext cx="54350" cy="71100"/>
            </a:xfrm>
            <a:custGeom>
              <a:avLst/>
              <a:gdLst/>
              <a:ahLst/>
              <a:cxnLst/>
              <a:rect l="l" t="t" r="r" b="b"/>
              <a:pathLst>
                <a:path w="2174" h="2844" extrusionOk="0">
                  <a:moveTo>
                    <a:pt x="1449" y="0"/>
                  </a:moveTo>
                  <a:cubicBezTo>
                    <a:pt x="1371" y="0"/>
                    <a:pt x="1292" y="24"/>
                    <a:pt x="1229" y="71"/>
                  </a:cubicBezTo>
                  <a:cubicBezTo>
                    <a:pt x="1197" y="103"/>
                    <a:pt x="0" y="953"/>
                    <a:pt x="0" y="2150"/>
                  </a:cubicBezTo>
                  <a:cubicBezTo>
                    <a:pt x="0" y="2403"/>
                    <a:pt x="95" y="2623"/>
                    <a:pt x="158" y="2844"/>
                  </a:cubicBezTo>
                  <a:lnTo>
                    <a:pt x="756" y="2844"/>
                  </a:lnTo>
                  <a:cubicBezTo>
                    <a:pt x="882" y="1898"/>
                    <a:pt x="1386" y="1048"/>
                    <a:pt x="2174" y="544"/>
                  </a:cubicBezTo>
                  <a:cubicBezTo>
                    <a:pt x="1954" y="260"/>
                    <a:pt x="1701" y="71"/>
                    <a:pt x="1670" y="71"/>
                  </a:cubicBezTo>
                  <a:cubicBezTo>
                    <a:pt x="1607" y="24"/>
                    <a:pt x="1528" y="0"/>
                    <a:pt x="1449" y="0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6" name="Google Shape;336;p35"/>
            <p:cNvSpPr/>
            <p:nvPr/>
          </p:nvSpPr>
          <p:spPr>
            <a:xfrm>
              <a:off x="-18428575" y="3352500"/>
              <a:ext cx="87450" cy="82725"/>
            </a:xfrm>
            <a:custGeom>
              <a:avLst/>
              <a:gdLst/>
              <a:ahLst/>
              <a:cxnLst/>
              <a:rect l="l" t="t" r="r" b="b"/>
              <a:pathLst>
                <a:path w="3498" h="3309" extrusionOk="0">
                  <a:moveTo>
                    <a:pt x="2426" y="1"/>
                  </a:moveTo>
                  <a:cubicBezTo>
                    <a:pt x="1166" y="1"/>
                    <a:pt x="158" y="946"/>
                    <a:pt x="0" y="2112"/>
                  </a:cubicBezTo>
                  <a:lnTo>
                    <a:pt x="1009" y="2112"/>
                  </a:lnTo>
                  <a:cubicBezTo>
                    <a:pt x="1607" y="2112"/>
                    <a:pt x="2080" y="2584"/>
                    <a:pt x="2080" y="3183"/>
                  </a:cubicBezTo>
                  <a:lnTo>
                    <a:pt x="2080" y="3309"/>
                  </a:lnTo>
                  <a:cubicBezTo>
                    <a:pt x="2899" y="2899"/>
                    <a:pt x="3497" y="2049"/>
                    <a:pt x="3497" y="1072"/>
                  </a:cubicBezTo>
                  <a:lnTo>
                    <a:pt x="3497" y="347"/>
                  </a:lnTo>
                  <a:cubicBezTo>
                    <a:pt x="3497" y="158"/>
                    <a:pt x="3340" y="1"/>
                    <a:pt x="3151" y="1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7" name="Google Shape;337;p35"/>
            <p:cNvSpPr/>
            <p:nvPr/>
          </p:nvSpPr>
          <p:spPr>
            <a:xfrm>
              <a:off x="-18645175" y="3334400"/>
              <a:ext cx="70900" cy="70900"/>
            </a:xfrm>
            <a:custGeom>
              <a:avLst/>
              <a:gdLst/>
              <a:ahLst/>
              <a:cxnLst/>
              <a:rect l="l" t="t" r="r" b="b"/>
              <a:pathLst>
                <a:path w="2836" h="2836" extrusionOk="0">
                  <a:moveTo>
                    <a:pt x="1765" y="0"/>
                  </a:moveTo>
                  <a:cubicBezTo>
                    <a:pt x="788" y="0"/>
                    <a:pt x="1" y="788"/>
                    <a:pt x="1" y="1796"/>
                  </a:cubicBezTo>
                  <a:lnTo>
                    <a:pt x="1" y="2489"/>
                  </a:lnTo>
                  <a:cubicBezTo>
                    <a:pt x="1" y="2678"/>
                    <a:pt x="158" y="2836"/>
                    <a:pt x="347" y="2836"/>
                  </a:cubicBezTo>
                  <a:lnTo>
                    <a:pt x="1072" y="2836"/>
                  </a:lnTo>
                  <a:cubicBezTo>
                    <a:pt x="2048" y="2836"/>
                    <a:pt x="2836" y="2048"/>
                    <a:pt x="2836" y="1071"/>
                  </a:cubicBezTo>
                  <a:lnTo>
                    <a:pt x="2836" y="347"/>
                  </a:lnTo>
                  <a:cubicBezTo>
                    <a:pt x="2836" y="158"/>
                    <a:pt x="2679" y="0"/>
                    <a:pt x="2489" y="0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38" name="Google Shape;338;p35"/>
          <p:cNvGrpSpPr/>
          <p:nvPr/>
        </p:nvGrpSpPr>
        <p:grpSpPr>
          <a:xfrm>
            <a:off x="834154" y="1752868"/>
            <a:ext cx="280873" cy="296283"/>
            <a:chOff x="-18645175" y="3334200"/>
            <a:chExt cx="307200" cy="305825"/>
          </a:xfrm>
        </p:grpSpPr>
        <p:sp>
          <p:nvSpPr>
            <p:cNvPr id="339" name="Google Shape;339;p35"/>
            <p:cNvSpPr/>
            <p:nvPr/>
          </p:nvSpPr>
          <p:spPr>
            <a:xfrm>
              <a:off x="-18627850" y="3424975"/>
              <a:ext cx="289875" cy="215050"/>
            </a:xfrm>
            <a:custGeom>
              <a:avLst/>
              <a:gdLst/>
              <a:ahLst/>
              <a:cxnLst/>
              <a:rect l="l" t="t" r="r" b="b"/>
              <a:pathLst>
                <a:path w="11595" h="8602" extrusionOk="0">
                  <a:moveTo>
                    <a:pt x="7530" y="2111"/>
                  </a:moveTo>
                  <a:cubicBezTo>
                    <a:pt x="7719" y="2111"/>
                    <a:pt x="7877" y="2269"/>
                    <a:pt x="7877" y="2458"/>
                  </a:cubicBezTo>
                  <a:lnTo>
                    <a:pt x="7877" y="4568"/>
                  </a:lnTo>
                  <a:cubicBezTo>
                    <a:pt x="7877" y="4789"/>
                    <a:pt x="7719" y="4946"/>
                    <a:pt x="7530" y="4946"/>
                  </a:cubicBezTo>
                  <a:cubicBezTo>
                    <a:pt x="7341" y="4946"/>
                    <a:pt x="7184" y="4789"/>
                    <a:pt x="7184" y="4568"/>
                  </a:cubicBezTo>
                  <a:lnTo>
                    <a:pt x="7184" y="2458"/>
                  </a:lnTo>
                  <a:cubicBezTo>
                    <a:pt x="7184" y="2269"/>
                    <a:pt x="7341" y="2111"/>
                    <a:pt x="7530" y="2111"/>
                  </a:cubicBezTo>
                  <a:close/>
                  <a:moveTo>
                    <a:pt x="2584" y="0"/>
                  </a:moveTo>
                  <a:cubicBezTo>
                    <a:pt x="2364" y="0"/>
                    <a:pt x="2206" y="158"/>
                    <a:pt x="2206" y="347"/>
                  </a:cubicBezTo>
                  <a:lnTo>
                    <a:pt x="2206" y="1764"/>
                  </a:lnTo>
                  <a:lnTo>
                    <a:pt x="2206" y="2489"/>
                  </a:lnTo>
                  <a:cubicBezTo>
                    <a:pt x="2206" y="2678"/>
                    <a:pt x="2364" y="2836"/>
                    <a:pt x="2584" y="2836"/>
                  </a:cubicBezTo>
                  <a:lnTo>
                    <a:pt x="3624" y="2836"/>
                  </a:lnTo>
                  <a:cubicBezTo>
                    <a:pt x="4821" y="2836"/>
                    <a:pt x="5766" y="3781"/>
                    <a:pt x="5766" y="4978"/>
                  </a:cubicBezTo>
                  <a:cubicBezTo>
                    <a:pt x="5766" y="6144"/>
                    <a:pt x="4821" y="7089"/>
                    <a:pt x="3624" y="7089"/>
                  </a:cubicBezTo>
                  <a:lnTo>
                    <a:pt x="3277" y="7089"/>
                  </a:lnTo>
                  <a:cubicBezTo>
                    <a:pt x="2616" y="7089"/>
                    <a:pt x="1986" y="6931"/>
                    <a:pt x="1387" y="6711"/>
                  </a:cubicBezTo>
                  <a:cubicBezTo>
                    <a:pt x="1072" y="7183"/>
                    <a:pt x="694" y="7593"/>
                    <a:pt x="221" y="7908"/>
                  </a:cubicBezTo>
                  <a:cubicBezTo>
                    <a:pt x="95" y="8002"/>
                    <a:pt x="1" y="8160"/>
                    <a:pt x="64" y="8317"/>
                  </a:cubicBezTo>
                  <a:cubicBezTo>
                    <a:pt x="95" y="8475"/>
                    <a:pt x="253" y="8538"/>
                    <a:pt x="410" y="8538"/>
                  </a:cubicBezTo>
                  <a:lnTo>
                    <a:pt x="3624" y="8538"/>
                  </a:lnTo>
                  <a:lnTo>
                    <a:pt x="3624" y="8191"/>
                  </a:lnTo>
                  <a:cubicBezTo>
                    <a:pt x="3624" y="8002"/>
                    <a:pt x="3781" y="7845"/>
                    <a:pt x="4002" y="7845"/>
                  </a:cubicBezTo>
                  <a:cubicBezTo>
                    <a:pt x="4191" y="7845"/>
                    <a:pt x="4348" y="8002"/>
                    <a:pt x="4348" y="8191"/>
                  </a:cubicBezTo>
                  <a:lnTo>
                    <a:pt x="4348" y="8538"/>
                  </a:lnTo>
                  <a:lnTo>
                    <a:pt x="6522" y="8538"/>
                  </a:lnTo>
                  <a:lnTo>
                    <a:pt x="6522" y="6049"/>
                  </a:lnTo>
                  <a:cubicBezTo>
                    <a:pt x="6522" y="5829"/>
                    <a:pt x="6680" y="5671"/>
                    <a:pt x="6869" y="5671"/>
                  </a:cubicBezTo>
                  <a:cubicBezTo>
                    <a:pt x="7058" y="5671"/>
                    <a:pt x="7215" y="5829"/>
                    <a:pt x="7215" y="6049"/>
                  </a:cubicBezTo>
                  <a:lnTo>
                    <a:pt x="7215" y="8601"/>
                  </a:lnTo>
                  <a:lnTo>
                    <a:pt x="11153" y="8601"/>
                  </a:lnTo>
                  <a:cubicBezTo>
                    <a:pt x="11468" y="8538"/>
                    <a:pt x="11595" y="8128"/>
                    <a:pt x="11311" y="7939"/>
                  </a:cubicBezTo>
                  <a:cubicBezTo>
                    <a:pt x="10208" y="7215"/>
                    <a:pt x="9547" y="5986"/>
                    <a:pt x="9389" y="4726"/>
                  </a:cubicBezTo>
                  <a:lnTo>
                    <a:pt x="10681" y="3434"/>
                  </a:lnTo>
                  <a:cubicBezTo>
                    <a:pt x="10775" y="3371"/>
                    <a:pt x="10807" y="3277"/>
                    <a:pt x="10807" y="3182"/>
                  </a:cubicBezTo>
                  <a:lnTo>
                    <a:pt x="10807" y="1764"/>
                  </a:lnTo>
                  <a:cubicBezTo>
                    <a:pt x="10807" y="1563"/>
                    <a:pt x="10625" y="1422"/>
                    <a:pt x="10440" y="1422"/>
                  </a:cubicBezTo>
                  <a:cubicBezTo>
                    <a:pt x="10394" y="1422"/>
                    <a:pt x="10347" y="1431"/>
                    <a:pt x="10303" y="1449"/>
                  </a:cubicBezTo>
                  <a:lnTo>
                    <a:pt x="9389" y="1922"/>
                  </a:lnTo>
                  <a:lnTo>
                    <a:pt x="9389" y="347"/>
                  </a:lnTo>
                  <a:cubicBezTo>
                    <a:pt x="9389" y="158"/>
                    <a:pt x="9232" y="0"/>
                    <a:pt x="9043" y="0"/>
                  </a:cubicBezTo>
                  <a:lnTo>
                    <a:pt x="6522" y="0"/>
                  </a:lnTo>
                  <a:lnTo>
                    <a:pt x="6522" y="3245"/>
                  </a:lnTo>
                  <a:cubicBezTo>
                    <a:pt x="6522" y="3434"/>
                    <a:pt x="6365" y="3592"/>
                    <a:pt x="6144" y="3592"/>
                  </a:cubicBezTo>
                  <a:cubicBezTo>
                    <a:pt x="5955" y="3592"/>
                    <a:pt x="5798" y="3434"/>
                    <a:pt x="5798" y="3245"/>
                  </a:cubicBezTo>
                  <a:lnTo>
                    <a:pt x="5798" y="0"/>
                  </a:lnTo>
                  <a:lnTo>
                    <a:pt x="4348" y="0"/>
                  </a:lnTo>
                  <a:lnTo>
                    <a:pt x="4348" y="1764"/>
                  </a:lnTo>
                  <a:cubicBezTo>
                    <a:pt x="4348" y="1985"/>
                    <a:pt x="4191" y="2143"/>
                    <a:pt x="4002" y="2143"/>
                  </a:cubicBezTo>
                  <a:cubicBezTo>
                    <a:pt x="3781" y="2143"/>
                    <a:pt x="3624" y="1985"/>
                    <a:pt x="3624" y="1764"/>
                  </a:cubicBezTo>
                  <a:lnTo>
                    <a:pt x="3624" y="0"/>
                  </a:ln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0" name="Google Shape;340;p35"/>
            <p:cNvSpPr/>
            <p:nvPr/>
          </p:nvSpPr>
          <p:spPr>
            <a:xfrm>
              <a:off x="-18645175" y="3424975"/>
              <a:ext cx="141800" cy="159900"/>
            </a:xfrm>
            <a:custGeom>
              <a:avLst/>
              <a:gdLst/>
              <a:ahLst/>
              <a:cxnLst/>
              <a:rect l="l" t="t" r="r" b="b"/>
              <a:pathLst>
                <a:path w="5672" h="6396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lnTo>
                    <a:pt x="1" y="2489"/>
                  </a:lnTo>
                  <a:cubicBezTo>
                    <a:pt x="1" y="4600"/>
                    <a:pt x="1733" y="6396"/>
                    <a:pt x="3907" y="6396"/>
                  </a:cubicBezTo>
                  <a:lnTo>
                    <a:pt x="4254" y="6396"/>
                  </a:lnTo>
                  <a:cubicBezTo>
                    <a:pt x="5041" y="6396"/>
                    <a:pt x="5671" y="5766"/>
                    <a:pt x="5671" y="4978"/>
                  </a:cubicBezTo>
                  <a:cubicBezTo>
                    <a:pt x="5671" y="4190"/>
                    <a:pt x="5041" y="3560"/>
                    <a:pt x="4254" y="3560"/>
                  </a:cubicBezTo>
                  <a:lnTo>
                    <a:pt x="3183" y="3560"/>
                  </a:lnTo>
                  <a:cubicBezTo>
                    <a:pt x="2584" y="3560"/>
                    <a:pt x="2111" y="3088"/>
                    <a:pt x="2111" y="2489"/>
                  </a:cubicBezTo>
                  <a:lnTo>
                    <a:pt x="2111" y="1764"/>
                  </a:lnTo>
                  <a:cubicBezTo>
                    <a:pt x="2111" y="788"/>
                    <a:pt x="1324" y="0"/>
                    <a:pt x="347" y="0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" name="Google Shape;341;p35"/>
            <p:cNvSpPr/>
            <p:nvPr/>
          </p:nvSpPr>
          <p:spPr>
            <a:xfrm>
              <a:off x="-18466375" y="3334200"/>
              <a:ext cx="54350" cy="71100"/>
            </a:xfrm>
            <a:custGeom>
              <a:avLst/>
              <a:gdLst/>
              <a:ahLst/>
              <a:cxnLst/>
              <a:rect l="l" t="t" r="r" b="b"/>
              <a:pathLst>
                <a:path w="2174" h="2844" extrusionOk="0">
                  <a:moveTo>
                    <a:pt x="1449" y="0"/>
                  </a:moveTo>
                  <a:cubicBezTo>
                    <a:pt x="1371" y="0"/>
                    <a:pt x="1292" y="24"/>
                    <a:pt x="1229" y="71"/>
                  </a:cubicBezTo>
                  <a:cubicBezTo>
                    <a:pt x="1197" y="103"/>
                    <a:pt x="0" y="953"/>
                    <a:pt x="0" y="2150"/>
                  </a:cubicBezTo>
                  <a:cubicBezTo>
                    <a:pt x="0" y="2403"/>
                    <a:pt x="95" y="2623"/>
                    <a:pt x="158" y="2844"/>
                  </a:cubicBezTo>
                  <a:lnTo>
                    <a:pt x="756" y="2844"/>
                  </a:lnTo>
                  <a:cubicBezTo>
                    <a:pt x="882" y="1898"/>
                    <a:pt x="1386" y="1048"/>
                    <a:pt x="2174" y="544"/>
                  </a:cubicBezTo>
                  <a:cubicBezTo>
                    <a:pt x="1954" y="260"/>
                    <a:pt x="1701" y="71"/>
                    <a:pt x="1670" y="71"/>
                  </a:cubicBezTo>
                  <a:cubicBezTo>
                    <a:pt x="1607" y="24"/>
                    <a:pt x="1528" y="0"/>
                    <a:pt x="1449" y="0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2" name="Google Shape;342;p35"/>
            <p:cNvSpPr/>
            <p:nvPr/>
          </p:nvSpPr>
          <p:spPr>
            <a:xfrm>
              <a:off x="-18428575" y="3352500"/>
              <a:ext cx="87450" cy="82725"/>
            </a:xfrm>
            <a:custGeom>
              <a:avLst/>
              <a:gdLst/>
              <a:ahLst/>
              <a:cxnLst/>
              <a:rect l="l" t="t" r="r" b="b"/>
              <a:pathLst>
                <a:path w="3498" h="3309" extrusionOk="0">
                  <a:moveTo>
                    <a:pt x="2426" y="1"/>
                  </a:moveTo>
                  <a:cubicBezTo>
                    <a:pt x="1166" y="1"/>
                    <a:pt x="158" y="946"/>
                    <a:pt x="0" y="2112"/>
                  </a:cubicBezTo>
                  <a:lnTo>
                    <a:pt x="1009" y="2112"/>
                  </a:lnTo>
                  <a:cubicBezTo>
                    <a:pt x="1607" y="2112"/>
                    <a:pt x="2080" y="2584"/>
                    <a:pt x="2080" y="3183"/>
                  </a:cubicBezTo>
                  <a:lnTo>
                    <a:pt x="2080" y="3309"/>
                  </a:lnTo>
                  <a:cubicBezTo>
                    <a:pt x="2899" y="2899"/>
                    <a:pt x="3497" y="2049"/>
                    <a:pt x="3497" y="1072"/>
                  </a:cubicBezTo>
                  <a:lnTo>
                    <a:pt x="3497" y="347"/>
                  </a:lnTo>
                  <a:cubicBezTo>
                    <a:pt x="3497" y="158"/>
                    <a:pt x="3340" y="1"/>
                    <a:pt x="3151" y="1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3" name="Google Shape;343;p35"/>
            <p:cNvSpPr/>
            <p:nvPr/>
          </p:nvSpPr>
          <p:spPr>
            <a:xfrm>
              <a:off x="-18645175" y="3334400"/>
              <a:ext cx="70900" cy="70900"/>
            </a:xfrm>
            <a:custGeom>
              <a:avLst/>
              <a:gdLst/>
              <a:ahLst/>
              <a:cxnLst/>
              <a:rect l="l" t="t" r="r" b="b"/>
              <a:pathLst>
                <a:path w="2836" h="2836" extrusionOk="0">
                  <a:moveTo>
                    <a:pt x="1765" y="0"/>
                  </a:moveTo>
                  <a:cubicBezTo>
                    <a:pt x="788" y="0"/>
                    <a:pt x="1" y="788"/>
                    <a:pt x="1" y="1796"/>
                  </a:cubicBezTo>
                  <a:lnTo>
                    <a:pt x="1" y="2489"/>
                  </a:lnTo>
                  <a:cubicBezTo>
                    <a:pt x="1" y="2678"/>
                    <a:pt x="158" y="2836"/>
                    <a:pt x="347" y="2836"/>
                  </a:cubicBezTo>
                  <a:lnTo>
                    <a:pt x="1072" y="2836"/>
                  </a:lnTo>
                  <a:cubicBezTo>
                    <a:pt x="2048" y="2836"/>
                    <a:pt x="2836" y="2048"/>
                    <a:pt x="2836" y="1071"/>
                  </a:cubicBezTo>
                  <a:lnTo>
                    <a:pt x="2836" y="347"/>
                  </a:lnTo>
                  <a:cubicBezTo>
                    <a:pt x="2836" y="158"/>
                    <a:pt x="2679" y="0"/>
                    <a:pt x="2489" y="0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44" name="Google Shape;344;p35"/>
          <p:cNvGrpSpPr/>
          <p:nvPr/>
        </p:nvGrpSpPr>
        <p:grpSpPr>
          <a:xfrm>
            <a:off x="1490754" y="2201668"/>
            <a:ext cx="280873" cy="296283"/>
            <a:chOff x="-18645175" y="3334200"/>
            <a:chExt cx="307200" cy="305825"/>
          </a:xfrm>
        </p:grpSpPr>
        <p:sp>
          <p:nvSpPr>
            <p:cNvPr id="345" name="Google Shape;345;p35"/>
            <p:cNvSpPr/>
            <p:nvPr/>
          </p:nvSpPr>
          <p:spPr>
            <a:xfrm>
              <a:off x="-18627850" y="3424975"/>
              <a:ext cx="289875" cy="215050"/>
            </a:xfrm>
            <a:custGeom>
              <a:avLst/>
              <a:gdLst/>
              <a:ahLst/>
              <a:cxnLst/>
              <a:rect l="l" t="t" r="r" b="b"/>
              <a:pathLst>
                <a:path w="11595" h="8602" extrusionOk="0">
                  <a:moveTo>
                    <a:pt x="7530" y="2111"/>
                  </a:moveTo>
                  <a:cubicBezTo>
                    <a:pt x="7719" y="2111"/>
                    <a:pt x="7877" y="2269"/>
                    <a:pt x="7877" y="2458"/>
                  </a:cubicBezTo>
                  <a:lnTo>
                    <a:pt x="7877" y="4568"/>
                  </a:lnTo>
                  <a:cubicBezTo>
                    <a:pt x="7877" y="4789"/>
                    <a:pt x="7719" y="4946"/>
                    <a:pt x="7530" y="4946"/>
                  </a:cubicBezTo>
                  <a:cubicBezTo>
                    <a:pt x="7341" y="4946"/>
                    <a:pt x="7184" y="4789"/>
                    <a:pt x="7184" y="4568"/>
                  </a:cubicBezTo>
                  <a:lnTo>
                    <a:pt x="7184" y="2458"/>
                  </a:lnTo>
                  <a:cubicBezTo>
                    <a:pt x="7184" y="2269"/>
                    <a:pt x="7341" y="2111"/>
                    <a:pt x="7530" y="2111"/>
                  </a:cubicBezTo>
                  <a:close/>
                  <a:moveTo>
                    <a:pt x="2584" y="0"/>
                  </a:moveTo>
                  <a:cubicBezTo>
                    <a:pt x="2364" y="0"/>
                    <a:pt x="2206" y="158"/>
                    <a:pt x="2206" y="347"/>
                  </a:cubicBezTo>
                  <a:lnTo>
                    <a:pt x="2206" y="1764"/>
                  </a:lnTo>
                  <a:lnTo>
                    <a:pt x="2206" y="2489"/>
                  </a:lnTo>
                  <a:cubicBezTo>
                    <a:pt x="2206" y="2678"/>
                    <a:pt x="2364" y="2836"/>
                    <a:pt x="2584" y="2836"/>
                  </a:cubicBezTo>
                  <a:lnTo>
                    <a:pt x="3624" y="2836"/>
                  </a:lnTo>
                  <a:cubicBezTo>
                    <a:pt x="4821" y="2836"/>
                    <a:pt x="5766" y="3781"/>
                    <a:pt x="5766" y="4978"/>
                  </a:cubicBezTo>
                  <a:cubicBezTo>
                    <a:pt x="5766" y="6144"/>
                    <a:pt x="4821" y="7089"/>
                    <a:pt x="3624" y="7089"/>
                  </a:cubicBezTo>
                  <a:lnTo>
                    <a:pt x="3277" y="7089"/>
                  </a:lnTo>
                  <a:cubicBezTo>
                    <a:pt x="2616" y="7089"/>
                    <a:pt x="1986" y="6931"/>
                    <a:pt x="1387" y="6711"/>
                  </a:cubicBezTo>
                  <a:cubicBezTo>
                    <a:pt x="1072" y="7183"/>
                    <a:pt x="694" y="7593"/>
                    <a:pt x="221" y="7908"/>
                  </a:cubicBezTo>
                  <a:cubicBezTo>
                    <a:pt x="95" y="8002"/>
                    <a:pt x="1" y="8160"/>
                    <a:pt x="64" y="8317"/>
                  </a:cubicBezTo>
                  <a:cubicBezTo>
                    <a:pt x="95" y="8475"/>
                    <a:pt x="253" y="8538"/>
                    <a:pt x="410" y="8538"/>
                  </a:cubicBezTo>
                  <a:lnTo>
                    <a:pt x="3624" y="8538"/>
                  </a:lnTo>
                  <a:lnTo>
                    <a:pt x="3624" y="8191"/>
                  </a:lnTo>
                  <a:cubicBezTo>
                    <a:pt x="3624" y="8002"/>
                    <a:pt x="3781" y="7845"/>
                    <a:pt x="4002" y="7845"/>
                  </a:cubicBezTo>
                  <a:cubicBezTo>
                    <a:pt x="4191" y="7845"/>
                    <a:pt x="4348" y="8002"/>
                    <a:pt x="4348" y="8191"/>
                  </a:cubicBezTo>
                  <a:lnTo>
                    <a:pt x="4348" y="8538"/>
                  </a:lnTo>
                  <a:lnTo>
                    <a:pt x="6522" y="8538"/>
                  </a:lnTo>
                  <a:lnTo>
                    <a:pt x="6522" y="6049"/>
                  </a:lnTo>
                  <a:cubicBezTo>
                    <a:pt x="6522" y="5829"/>
                    <a:pt x="6680" y="5671"/>
                    <a:pt x="6869" y="5671"/>
                  </a:cubicBezTo>
                  <a:cubicBezTo>
                    <a:pt x="7058" y="5671"/>
                    <a:pt x="7215" y="5829"/>
                    <a:pt x="7215" y="6049"/>
                  </a:cubicBezTo>
                  <a:lnTo>
                    <a:pt x="7215" y="8601"/>
                  </a:lnTo>
                  <a:lnTo>
                    <a:pt x="11153" y="8601"/>
                  </a:lnTo>
                  <a:cubicBezTo>
                    <a:pt x="11468" y="8538"/>
                    <a:pt x="11595" y="8128"/>
                    <a:pt x="11311" y="7939"/>
                  </a:cubicBezTo>
                  <a:cubicBezTo>
                    <a:pt x="10208" y="7215"/>
                    <a:pt x="9547" y="5986"/>
                    <a:pt x="9389" y="4726"/>
                  </a:cubicBezTo>
                  <a:lnTo>
                    <a:pt x="10681" y="3434"/>
                  </a:lnTo>
                  <a:cubicBezTo>
                    <a:pt x="10775" y="3371"/>
                    <a:pt x="10807" y="3277"/>
                    <a:pt x="10807" y="3182"/>
                  </a:cubicBezTo>
                  <a:lnTo>
                    <a:pt x="10807" y="1764"/>
                  </a:lnTo>
                  <a:cubicBezTo>
                    <a:pt x="10807" y="1563"/>
                    <a:pt x="10625" y="1422"/>
                    <a:pt x="10440" y="1422"/>
                  </a:cubicBezTo>
                  <a:cubicBezTo>
                    <a:pt x="10394" y="1422"/>
                    <a:pt x="10347" y="1431"/>
                    <a:pt x="10303" y="1449"/>
                  </a:cubicBezTo>
                  <a:lnTo>
                    <a:pt x="9389" y="1922"/>
                  </a:lnTo>
                  <a:lnTo>
                    <a:pt x="9389" y="347"/>
                  </a:lnTo>
                  <a:cubicBezTo>
                    <a:pt x="9389" y="158"/>
                    <a:pt x="9232" y="0"/>
                    <a:pt x="9043" y="0"/>
                  </a:cubicBezTo>
                  <a:lnTo>
                    <a:pt x="6522" y="0"/>
                  </a:lnTo>
                  <a:lnTo>
                    <a:pt x="6522" y="3245"/>
                  </a:lnTo>
                  <a:cubicBezTo>
                    <a:pt x="6522" y="3434"/>
                    <a:pt x="6365" y="3592"/>
                    <a:pt x="6144" y="3592"/>
                  </a:cubicBezTo>
                  <a:cubicBezTo>
                    <a:pt x="5955" y="3592"/>
                    <a:pt x="5798" y="3434"/>
                    <a:pt x="5798" y="3245"/>
                  </a:cubicBezTo>
                  <a:lnTo>
                    <a:pt x="5798" y="0"/>
                  </a:lnTo>
                  <a:lnTo>
                    <a:pt x="4348" y="0"/>
                  </a:lnTo>
                  <a:lnTo>
                    <a:pt x="4348" y="1764"/>
                  </a:lnTo>
                  <a:cubicBezTo>
                    <a:pt x="4348" y="1985"/>
                    <a:pt x="4191" y="2143"/>
                    <a:pt x="4002" y="2143"/>
                  </a:cubicBezTo>
                  <a:cubicBezTo>
                    <a:pt x="3781" y="2143"/>
                    <a:pt x="3624" y="1985"/>
                    <a:pt x="3624" y="1764"/>
                  </a:cubicBezTo>
                  <a:lnTo>
                    <a:pt x="3624" y="0"/>
                  </a:ln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" name="Google Shape;346;p35"/>
            <p:cNvSpPr/>
            <p:nvPr/>
          </p:nvSpPr>
          <p:spPr>
            <a:xfrm>
              <a:off x="-18645175" y="3424975"/>
              <a:ext cx="141800" cy="159900"/>
            </a:xfrm>
            <a:custGeom>
              <a:avLst/>
              <a:gdLst/>
              <a:ahLst/>
              <a:cxnLst/>
              <a:rect l="l" t="t" r="r" b="b"/>
              <a:pathLst>
                <a:path w="5672" h="6396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lnTo>
                    <a:pt x="1" y="2489"/>
                  </a:lnTo>
                  <a:cubicBezTo>
                    <a:pt x="1" y="4600"/>
                    <a:pt x="1733" y="6396"/>
                    <a:pt x="3907" y="6396"/>
                  </a:cubicBezTo>
                  <a:lnTo>
                    <a:pt x="4254" y="6396"/>
                  </a:lnTo>
                  <a:cubicBezTo>
                    <a:pt x="5041" y="6396"/>
                    <a:pt x="5671" y="5766"/>
                    <a:pt x="5671" y="4978"/>
                  </a:cubicBezTo>
                  <a:cubicBezTo>
                    <a:pt x="5671" y="4190"/>
                    <a:pt x="5041" y="3560"/>
                    <a:pt x="4254" y="3560"/>
                  </a:cubicBezTo>
                  <a:lnTo>
                    <a:pt x="3183" y="3560"/>
                  </a:lnTo>
                  <a:cubicBezTo>
                    <a:pt x="2584" y="3560"/>
                    <a:pt x="2111" y="3088"/>
                    <a:pt x="2111" y="2489"/>
                  </a:cubicBezTo>
                  <a:lnTo>
                    <a:pt x="2111" y="1764"/>
                  </a:lnTo>
                  <a:cubicBezTo>
                    <a:pt x="2111" y="788"/>
                    <a:pt x="1324" y="0"/>
                    <a:pt x="347" y="0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" name="Google Shape;347;p35"/>
            <p:cNvSpPr/>
            <p:nvPr/>
          </p:nvSpPr>
          <p:spPr>
            <a:xfrm>
              <a:off x="-18466375" y="3334200"/>
              <a:ext cx="54350" cy="71100"/>
            </a:xfrm>
            <a:custGeom>
              <a:avLst/>
              <a:gdLst/>
              <a:ahLst/>
              <a:cxnLst/>
              <a:rect l="l" t="t" r="r" b="b"/>
              <a:pathLst>
                <a:path w="2174" h="2844" extrusionOk="0">
                  <a:moveTo>
                    <a:pt x="1449" y="0"/>
                  </a:moveTo>
                  <a:cubicBezTo>
                    <a:pt x="1371" y="0"/>
                    <a:pt x="1292" y="24"/>
                    <a:pt x="1229" y="71"/>
                  </a:cubicBezTo>
                  <a:cubicBezTo>
                    <a:pt x="1197" y="103"/>
                    <a:pt x="0" y="953"/>
                    <a:pt x="0" y="2150"/>
                  </a:cubicBezTo>
                  <a:cubicBezTo>
                    <a:pt x="0" y="2403"/>
                    <a:pt x="95" y="2623"/>
                    <a:pt x="158" y="2844"/>
                  </a:cubicBezTo>
                  <a:lnTo>
                    <a:pt x="756" y="2844"/>
                  </a:lnTo>
                  <a:cubicBezTo>
                    <a:pt x="882" y="1898"/>
                    <a:pt x="1386" y="1048"/>
                    <a:pt x="2174" y="544"/>
                  </a:cubicBezTo>
                  <a:cubicBezTo>
                    <a:pt x="1954" y="260"/>
                    <a:pt x="1701" y="71"/>
                    <a:pt x="1670" y="71"/>
                  </a:cubicBezTo>
                  <a:cubicBezTo>
                    <a:pt x="1607" y="24"/>
                    <a:pt x="1528" y="0"/>
                    <a:pt x="1449" y="0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8" name="Google Shape;348;p35"/>
            <p:cNvSpPr/>
            <p:nvPr/>
          </p:nvSpPr>
          <p:spPr>
            <a:xfrm>
              <a:off x="-18428575" y="3352500"/>
              <a:ext cx="87450" cy="82725"/>
            </a:xfrm>
            <a:custGeom>
              <a:avLst/>
              <a:gdLst/>
              <a:ahLst/>
              <a:cxnLst/>
              <a:rect l="l" t="t" r="r" b="b"/>
              <a:pathLst>
                <a:path w="3498" h="3309" extrusionOk="0">
                  <a:moveTo>
                    <a:pt x="2426" y="1"/>
                  </a:moveTo>
                  <a:cubicBezTo>
                    <a:pt x="1166" y="1"/>
                    <a:pt x="158" y="946"/>
                    <a:pt x="0" y="2112"/>
                  </a:cubicBezTo>
                  <a:lnTo>
                    <a:pt x="1009" y="2112"/>
                  </a:lnTo>
                  <a:cubicBezTo>
                    <a:pt x="1607" y="2112"/>
                    <a:pt x="2080" y="2584"/>
                    <a:pt x="2080" y="3183"/>
                  </a:cubicBezTo>
                  <a:lnTo>
                    <a:pt x="2080" y="3309"/>
                  </a:lnTo>
                  <a:cubicBezTo>
                    <a:pt x="2899" y="2899"/>
                    <a:pt x="3497" y="2049"/>
                    <a:pt x="3497" y="1072"/>
                  </a:cubicBezTo>
                  <a:lnTo>
                    <a:pt x="3497" y="347"/>
                  </a:lnTo>
                  <a:cubicBezTo>
                    <a:pt x="3497" y="158"/>
                    <a:pt x="3340" y="1"/>
                    <a:pt x="3151" y="1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9" name="Google Shape;349;p35"/>
            <p:cNvSpPr/>
            <p:nvPr/>
          </p:nvSpPr>
          <p:spPr>
            <a:xfrm>
              <a:off x="-18645175" y="3334400"/>
              <a:ext cx="70900" cy="70900"/>
            </a:xfrm>
            <a:custGeom>
              <a:avLst/>
              <a:gdLst/>
              <a:ahLst/>
              <a:cxnLst/>
              <a:rect l="l" t="t" r="r" b="b"/>
              <a:pathLst>
                <a:path w="2836" h="2836" extrusionOk="0">
                  <a:moveTo>
                    <a:pt x="1765" y="0"/>
                  </a:moveTo>
                  <a:cubicBezTo>
                    <a:pt x="788" y="0"/>
                    <a:pt x="1" y="788"/>
                    <a:pt x="1" y="1796"/>
                  </a:cubicBezTo>
                  <a:lnTo>
                    <a:pt x="1" y="2489"/>
                  </a:lnTo>
                  <a:cubicBezTo>
                    <a:pt x="1" y="2678"/>
                    <a:pt x="158" y="2836"/>
                    <a:pt x="347" y="2836"/>
                  </a:cubicBezTo>
                  <a:lnTo>
                    <a:pt x="1072" y="2836"/>
                  </a:lnTo>
                  <a:cubicBezTo>
                    <a:pt x="2048" y="2836"/>
                    <a:pt x="2836" y="2048"/>
                    <a:pt x="2836" y="1071"/>
                  </a:cubicBezTo>
                  <a:lnTo>
                    <a:pt x="2836" y="347"/>
                  </a:lnTo>
                  <a:cubicBezTo>
                    <a:pt x="2836" y="158"/>
                    <a:pt x="2679" y="0"/>
                    <a:pt x="2489" y="0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0" name="Google Shape;350;p35"/>
          <p:cNvGrpSpPr/>
          <p:nvPr/>
        </p:nvGrpSpPr>
        <p:grpSpPr>
          <a:xfrm>
            <a:off x="834154" y="2706743"/>
            <a:ext cx="280873" cy="296283"/>
            <a:chOff x="-18645175" y="3334200"/>
            <a:chExt cx="307200" cy="305825"/>
          </a:xfrm>
        </p:grpSpPr>
        <p:sp>
          <p:nvSpPr>
            <p:cNvPr id="351" name="Google Shape;351;p35"/>
            <p:cNvSpPr/>
            <p:nvPr/>
          </p:nvSpPr>
          <p:spPr>
            <a:xfrm>
              <a:off x="-18627850" y="3424975"/>
              <a:ext cx="289875" cy="215050"/>
            </a:xfrm>
            <a:custGeom>
              <a:avLst/>
              <a:gdLst/>
              <a:ahLst/>
              <a:cxnLst/>
              <a:rect l="l" t="t" r="r" b="b"/>
              <a:pathLst>
                <a:path w="11595" h="8602" extrusionOk="0">
                  <a:moveTo>
                    <a:pt x="7530" y="2111"/>
                  </a:moveTo>
                  <a:cubicBezTo>
                    <a:pt x="7719" y="2111"/>
                    <a:pt x="7877" y="2269"/>
                    <a:pt x="7877" y="2458"/>
                  </a:cubicBezTo>
                  <a:lnTo>
                    <a:pt x="7877" y="4568"/>
                  </a:lnTo>
                  <a:cubicBezTo>
                    <a:pt x="7877" y="4789"/>
                    <a:pt x="7719" y="4946"/>
                    <a:pt x="7530" y="4946"/>
                  </a:cubicBezTo>
                  <a:cubicBezTo>
                    <a:pt x="7341" y="4946"/>
                    <a:pt x="7184" y="4789"/>
                    <a:pt x="7184" y="4568"/>
                  </a:cubicBezTo>
                  <a:lnTo>
                    <a:pt x="7184" y="2458"/>
                  </a:lnTo>
                  <a:cubicBezTo>
                    <a:pt x="7184" y="2269"/>
                    <a:pt x="7341" y="2111"/>
                    <a:pt x="7530" y="2111"/>
                  </a:cubicBezTo>
                  <a:close/>
                  <a:moveTo>
                    <a:pt x="2584" y="0"/>
                  </a:moveTo>
                  <a:cubicBezTo>
                    <a:pt x="2364" y="0"/>
                    <a:pt x="2206" y="158"/>
                    <a:pt x="2206" y="347"/>
                  </a:cubicBezTo>
                  <a:lnTo>
                    <a:pt x="2206" y="1764"/>
                  </a:lnTo>
                  <a:lnTo>
                    <a:pt x="2206" y="2489"/>
                  </a:lnTo>
                  <a:cubicBezTo>
                    <a:pt x="2206" y="2678"/>
                    <a:pt x="2364" y="2836"/>
                    <a:pt x="2584" y="2836"/>
                  </a:cubicBezTo>
                  <a:lnTo>
                    <a:pt x="3624" y="2836"/>
                  </a:lnTo>
                  <a:cubicBezTo>
                    <a:pt x="4821" y="2836"/>
                    <a:pt x="5766" y="3781"/>
                    <a:pt x="5766" y="4978"/>
                  </a:cubicBezTo>
                  <a:cubicBezTo>
                    <a:pt x="5766" y="6144"/>
                    <a:pt x="4821" y="7089"/>
                    <a:pt x="3624" y="7089"/>
                  </a:cubicBezTo>
                  <a:lnTo>
                    <a:pt x="3277" y="7089"/>
                  </a:lnTo>
                  <a:cubicBezTo>
                    <a:pt x="2616" y="7089"/>
                    <a:pt x="1986" y="6931"/>
                    <a:pt x="1387" y="6711"/>
                  </a:cubicBezTo>
                  <a:cubicBezTo>
                    <a:pt x="1072" y="7183"/>
                    <a:pt x="694" y="7593"/>
                    <a:pt x="221" y="7908"/>
                  </a:cubicBezTo>
                  <a:cubicBezTo>
                    <a:pt x="95" y="8002"/>
                    <a:pt x="1" y="8160"/>
                    <a:pt x="64" y="8317"/>
                  </a:cubicBezTo>
                  <a:cubicBezTo>
                    <a:pt x="95" y="8475"/>
                    <a:pt x="253" y="8538"/>
                    <a:pt x="410" y="8538"/>
                  </a:cubicBezTo>
                  <a:lnTo>
                    <a:pt x="3624" y="8538"/>
                  </a:lnTo>
                  <a:lnTo>
                    <a:pt x="3624" y="8191"/>
                  </a:lnTo>
                  <a:cubicBezTo>
                    <a:pt x="3624" y="8002"/>
                    <a:pt x="3781" y="7845"/>
                    <a:pt x="4002" y="7845"/>
                  </a:cubicBezTo>
                  <a:cubicBezTo>
                    <a:pt x="4191" y="7845"/>
                    <a:pt x="4348" y="8002"/>
                    <a:pt x="4348" y="8191"/>
                  </a:cubicBezTo>
                  <a:lnTo>
                    <a:pt x="4348" y="8538"/>
                  </a:lnTo>
                  <a:lnTo>
                    <a:pt x="6522" y="8538"/>
                  </a:lnTo>
                  <a:lnTo>
                    <a:pt x="6522" y="6049"/>
                  </a:lnTo>
                  <a:cubicBezTo>
                    <a:pt x="6522" y="5829"/>
                    <a:pt x="6680" y="5671"/>
                    <a:pt x="6869" y="5671"/>
                  </a:cubicBezTo>
                  <a:cubicBezTo>
                    <a:pt x="7058" y="5671"/>
                    <a:pt x="7215" y="5829"/>
                    <a:pt x="7215" y="6049"/>
                  </a:cubicBezTo>
                  <a:lnTo>
                    <a:pt x="7215" y="8601"/>
                  </a:lnTo>
                  <a:lnTo>
                    <a:pt x="11153" y="8601"/>
                  </a:lnTo>
                  <a:cubicBezTo>
                    <a:pt x="11468" y="8538"/>
                    <a:pt x="11595" y="8128"/>
                    <a:pt x="11311" y="7939"/>
                  </a:cubicBezTo>
                  <a:cubicBezTo>
                    <a:pt x="10208" y="7215"/>
                    <a:pt x="9547" y="5986"/>
                    <a:pt x="9389" y="4726"/>
                  </a:cubicBezTo>
                  <a:lnTo>
                    <a:pt x="10681" y="3434"/>
                  </a:lnTo>
                  <a:cubicBezTo>
                    <a:pt x="10775" y="3371"/>
                    <a:pt x="10807" y="3277"/>
                    <a:pt x="10807" y="3182"/>
                  </a:cubicBezTo>
                  <a:lnTo>
                    <a:pt x="10807" y="1764"/>
                  </a:lnTo>
                  <a:cubicBezTo>
                    <a:pt x="10807" y="1563"/>
                    <a:pt x="10625" y="1422"/>
                    <a:pt x="10440" y="1422"/>
                  </a:cubicBezTo>
                  <a:cubicBezTo>
                    <a:pt x="10394" y="1422"/>
                    <a:pt x="10347" y="1431"/>
                    <a:pt x="10303" y="1449"/>
                  </a:cubicBezTo>
                  <a:lnTo>
                    <a:pt x="9389" y="1922"/>
                  </a:lnTo>
                  <a:lnTo>
                    <a:pt x="9389" y="347"/>
                  </a:lnTo>
                  <a:cubicBezTo>
                    <a:pt x="9389" y="158"/>
                    <a:pt x="9232" y="0"/>
                    <a:pt x="9043" y="0"/>
                  </a:cubicBezTo>
                  <a:lnTo>
                    <a:pt x="6522" y="0"/>
                  </a:lnTo>
                  <a:lnTo>
                    <a:pt x="6522" y="3245"/>
                  </a:lnTo>
                  <a:cubicBezTo>
                    <a:pt x="6522" y="3434"/>
                    <a:pt x="6365" y="3592"/>
                    <a:pt x="6144" y="3592"/>
                  </a:cubicBezTo>
                  <a:cubicBezTo>
                    <a:pt x="5955" y="3592"/>
                    <a:pt x="5798" y="3434"/>
                    <a:pt x="5798" y="3245"/>
                  </a:cubicBezTo>
                  <a:lnTo>
                    <a:pt x="5798" y="0"/>
                  </a:lnTo>
                  <a:lnTo>
                    <a:pt x="4348" y="0"/>
                  </a:lnTo>
                  <a:lnTo>
                    <a:pt x="4348" y="1764"/>
                  </a:lnTo>
                  <a:cubicBezTo>
                    <a:pt x="4348" y="1985"/>
                    <a:pt x="4191" y="2143"/>
                    <a:pt x="4002" y="2143"/>
                  </a:cubicBezTo>
                  <a:cubicBezTo>
                    <a:pt x="3781" y="2143"/>
                    <a:pt x="3624" y="1985"/>
                    <a:pt x="3624" y="1764"/>
                  </a:cubicBezTo>
                  <a:lnTo>
                    <a:pt x="3624" y="0"/>
                  </a:ln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" name="Google Shape;352;p35"/>
            <p:cNvSpPr/>
            <p:nvPr/>
          </p:nvSpPr>
          <p:spPr>
            <a:xfrm>
              <a:off x="-18645175" y="3424975"/>
              <a:ext cx="141800" cy="159900"/>
            </a:xfrm>
            <a:custGeom>
              <a:avLst/>
              <a:gdLst/>
              <a:ahLst/>
              <a:cxnLst/>
              <a:rect l="l" t="t" r="r" b="b"/>
              <a:pathLst>
                <a:path w="5672" h="6396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lnTo>
                    <a:pt x="1" y="2489"/>
                  </a:lnTo>
                  <a:cubicBezTo>
                    <a:pt x="1" y="4600"/>
                    <a:pt x="1733" y="6396"/>
                    <a:pt x="3907" y="6396"/>
                  </a:cubicBezTo>
                  <a:lnTo>
                    <a:pt x="4254" y="6396"/>
                  </a:lnTo>
                  <a:cubicBezTo>
                    <a:pt x="5041" y="6396"/>
                    <a:pt x="5671" y="5766"/>
                    <a:pt x="5671" y="4978"/>
                  </a:cubicBezTo>
                  <a:cubicBezTo>
                    <a:pt x="5671" y="4190"/>
                    <a:pt x="5041" y="3560"/>
                    <a:pt x="4254" y="3560"/>
                  </a:cubicBezTo>
                  <a:lnTo>
                    <a:pt x="3183" y="3560"/>
                  </a:lnTo>
                  <a:cubicBezTo>
                    <a:pt x="2584" y="3560"/>
                    <a:pt x="2111" y="3088"/>
                    <a:pt x="2111" y="2489"/>
                  </a:cubicBezTo>
                  <a:lnTo>
                    <a:pt x="2111" y="1764"/>
                  </a:lnTo>
                  <a:cubicBezTo>
                    <a:pt x="2111" y="788"/>
                    <a:pt x="1324" y="0"/>
                    <a:pt x="347" y="0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" name="Google Shape;353;p35"/>
            <p:cNvSpPr/>
            <p:nvPr/>
          </p:nvSpPr>
          <p:spPr>
            <a:xfrm>
              <a:off x="-18466375" y="3334200"/>
              <a:ext cx="54350" cy="71100"/>
            </a:xfrm>
            <a:custGeom>
              <a:avLst/>
              <a:gdLst/>
              <a:ahLst/>
              <a:cxnLst/>
              <a:rect l="l" t="t" r="r" b="b"/>
              <a:pathLst>
                <a:path w="2174" h="2844" extrusionOk="0">
                  <a:moveTo>
                    <a:pt x="1449" y="0"/>
                  </a:moveTo>
                  <a:cubicBezTo>
                    <a:pt x="1371" y="0"/>
                    <a:pt x="1292" y="24"/>
                    <a:pt x="1229" y="71"/>
                  </a:cubicBezTo>
                  <a:cubicBezTo>
                    <a:pt x="1197" y="103"/>
                    <a:pt x="0" y="953"/>
                    <a:pt x="0" y="2150"/>
                  </a:cubicBezTo>
                  <a:cubicBezTo>
                    <a:pt x="0" y="2403"/>
                    <a:pt x="95" y="2623"/>
                    <a:pt x="158" y="2844"/>
                  </a:cubicBezTo>
                  <a:lnTo>
                    <a:pt x="756" y="2844"/>
                  </a:lnTo>
                  <a:cubicBezTo>
                    <a:pt x="882" y="1898"/>
                    <a:pt x="1386" y="1048"/>
                    <a:pt x="2174" y="544"/>
                  </a:cubicBezTo>
                  <a:cubicBezTo>
                    <a:pt x="1954" y="260"/>
                    <a:pt x="1701" y="71"/>
                    <a:pt x="1670" y="71"/>
                  </a:cubicBezTo>
                  <a:cubicBezTo>
                    <a:pt x="1607" y="24"/>
                    <a:pt x="1528" y="0"/>
                    <a:pt x="1449" y="0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" name="Google Shape;354;p35"/>
            <p:cNvSpPr/>
            <p:nvPr/>
          </p:nvSpPr>
          <p:spPr>
            <a:xfrm>
              <a:off x="-18428575" y="3352500"/>
              <a:ext cx="87450" cy="82725"/>
            </a:xfrm>
            <a:custGeom>
              <a:avLst/>
              <a:gdLst/>
              <a:ahLst/>
              <a:cxnLst/>
              <a:rect l="l" t="t" r="r" b="b"/>
              <a:pathLst>
                <a:path w="3498" h="3309" extrusionOk="0">
                  <a:moveTo>
                    <a:pt x="2426" y="1"/>
                  </a:moveTo>
                  <a:cubicBezTo>
                    <a:pt x="1166" y="1"/>
                    <a:pt x="158" y="946"/>
                    <a:pt x="0" y="2112"/>
                  </a:cubicBezTo>
                  <a:lnTo>
                    <a:pt x="1009" y="2112"/>
                  </a:lnTo>
                  <a:cubicBezTo>
                    <a:pt x="1607" y="2112"/>
                    <a:pt x="2080" y="2584"/>
                    <a:pt x="2080" y="3183"/>
                  </a:cubicBezTo>
                  <a:lnTo>
                    <a:pt x="2080" y="3309"/>
                  </a:lnTo>
                  <a:cubicBezTo>
                    <a:pt x="2899" y="2899"/>
                    <a:pt x="3497" y="2049"/>
                    <a:pt x="3497" y="1072"/>
                  </a:cubicBezTo>
                  <a:lnTo>
                    <a:pt x="3497" y="347"/>
                  </a:lnTo>
                  <a:cubicBezTo>
                    <a:pt x="3497" y="158"/>
                    <a:pt x="3340" y="1"/>
                    <a:pt x="3151" y="1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" name="Google Shape;355;p35"/>
            <p:cNvSpPr/>
            <p:nvPr/>
          </p:nvSpPr>
          <p:spPr>
            <a:xfrm>
              <a:off x="-18645175" y="3334400"/>
              <a:ext cx="70900" cy="70900"/>
            </a:xfrm>
            <a:custGeom>
              <a:avLst/>
              <a:gdLst/>
              <a:ahLst/>
              <a:cxnLst/>
              <a:rect l="l" t="t" r="r" b="b"/>
              <a:pathLst>
                <a:path w="2836" h="2836" extrusionOk="0">
                  <a:moveTo>
                    <a:pt x="1765" y="0"/>
                  </a:moveTo>
                  <a:cubicBezTo>
                    <a:pt x="788" y="0"/>
                    <a:pt x="1" y="788"/>
                    <a:pt x="1" y="1796"/>
                  </a:cubicBezTo>
                  <a:lnTo>
                    <a:pt x="1" y="2489"/>
                  </a:lnTo>
                  <a:cubicBezTo>
                    <a:pt x="1" y="2678"/>
                    <a:pt x="158" y="2836"/>
                    <a:pt x="347" y="2836"/>
                  </a:cubicBezTo>
                  <a:lnTo>
                    <a:pt x="1072" y="2836"/>
                  </a:lnTo>
                  <a:cubicBezTo>
                    <a:pt x="2048" y="2836"/>
                    <a:pt x="2836" y="2048"/>
                    <a:pt x="2836" y="1071"/>
                  </a:cubicBezTo>
                  <a:lnTo>
                    <a:pt x="2836" y="347"/>
                  </a:lnTo>
                  <a:cubicBezTo>
                    <a:pt x="2836" y="158"/>
                    <a:pt x="2679" y="0"/>
                    <a:pt x="2489" y="0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56" name="Google Shape;356;p35"/>
          <p:cNvGrpSpPr/>
          <p:nvPr/>
        </p:nvGrpSpPr>
        <p:grpSpPr>
          <a:xfrm>
            <a:off x="1490754" y="3149443"/>
            <a:ext cx="280873" cy="296283"/>
            <a:chOff x="-18645175" y="3334200"/>
            <a:chExt cx="307200" cy="305825"/>
          </a:xfrm>
        </p:grpSpPr>
        <p:sp>
          <p:nvSpPr>
            <p:cNvPr id="357" name="Google Shape;357;p35"/>
            <p:cNvSpPr/>
            <p:nvPr/>
          </p:nvSpPr>
          <p:spPr>
            <a:xfrm>
              <a:off x="-18627850" y="3424975"/>
              <a:ext cx="289875" cy="215050"/>
            </a:xfrm>
            <a:custGeom>
              <a:avLst/>
              <a:gdLst/>
              <a:ahLst/>
              <a:cxnLst/>
              <a:rect l="l" t="t" r="r" b="b"/>
              <a:pathLst>
                <a:path w="11595" h="8602" extrusionOk="0">
                  <a:moveTo>
                    <a:pt x="7530" y="2111"/>
                  </a:moveTo>
                  <a:cubicBezTo>
                    <a:pt x="7719" y="2111"/>
                    <a:pt x="7877" y="2269"/>
                    <a:pt x="7877" y="2458"/>
                  </a:cubicBezTo>
                  <a:lnTo>
                    <a:pt x="7877" y="4568"/>
                  </a:lnTo>
                  <a:cubicBezTo>
                    <a:pt x="7877" y="4789"/>
                    <a:pt x="7719" y="4946"/>
                    <a:pt x="7530" y="4946"/>
                  </a:cubicBezTo>
                  <a:cubicBezTo>
                    <a:pt x="7341" y="4946"/>
                    <a:pt x="7184" y="4789"/>
                    <a:pt x="7184" y="4568"/>
                  </a:cubicBezTo>
                  <a:lnTo>
                    <a:pt x="7184" y="2458"/>
                  </a:lnTo>
                  <a:cubicBezTo>
                    <a:pt x="7184" y="2269"/>
                    <a:pt x="7341" y="2111"/>
                    <a:pt x="7530" y="2111"/>
                  </a:cubicBezTo>
                  <a:close/>
                  <a:moveTo>
                    <a:pt x="2584" y="0"/>
                  </a:moveTo>
                  <a:cubicBezTo>
                    <a:pt x="2364" y="0"/>
                    <a:pt x="2206" y="158"/>
                    <a:pt x="2206" y="347"/>
                  </a:cubicBezTo>
                  <a:lnTo>
                    <a:pt x="2206" y="1764"/>
                  </a:lnTo>
                  <a:lnTo>
                    <a:pt x="2206" y="2489"/>
                  </a:lnTo>
                  <a:cubicBezTo>
                    <a:pt x="2206" y="2678"/>
                    <a:pt x="2364" y="2836"/>
                    <a:pt x="2584" y="2836"/>
                  </a:cubicBezTo>
                  <a:lnTo>
                    <a:pt x="3624" y="2836"/>
                  </a:lnTo>
                  <a:cubicBezTo>
                    <a:pt x="4821" y="2836"/>
                    <a:pt x="5766" y="3781"/>
                    <a:pt x="5766" y="4978"/>
                  </a:cubicBezTo>
                  <a:cubicBezTo>
                    <a:pt x="5766" y="6144"/>
                    <a:pt x="4821" y="7089"/>
                    <a:pt x="3624" y="7089"/>
                  </a:cubicBezTo>
                  <a:lnTo>
                    <a:pt x="3277" y="7089"/>
                  </a:lnTo>
                  <a:cubicBezTo>
                    <a:pt x="2616" y="7089"/>
                    <a:pt x="1986" y="6931"/>
                    <a:pt x="1387" y="6711"/>
                  </a:cubicBezTo>
                  <a:cubicBezTo>
                    <a:pt x="1072" y="7183"/>
                    <a:pt x="694" y="7593"/>
                    <a:pt x="221" y="7908"/>
                  </a:cubicBezTo>
                  <a:cubicBezTo>
                    <a:pt x="95" y="8002"/>
                    <a:pt x="1" y="8160"/>
                    <a:pt x="64" y="8317"/>
                  </a:cubicBezTo>
                  <a:cubicBezTo>
                    <a:pt x="95" y="8475"/>
                    <a:pt x="253" y="8538"/>
                    <a:pt x="410" y="8538"/>
                  </a:cubicBezTo>
                  <a:lnTo>
                    <a:pt x="3624" y="8538"/>
                  </a:lnTo>
                  <a:lnTo>
                    <a:pt x="3624" y="8191"/>
                  </a:lnTo>
                  <a:cubicBezTo>
                    <a:pt x="3624" y="8002"/>
                    <a:pt x="3781" y="7845"/>
                    <a:pt x="4002" y="7845"/>
                  </a:cubicBezTo>
                  <a:cubicBezTo>
                    <a:pt x="4191" y="7845"/>
                    <a:pt x="4348" y="8002"/>
                    <a:pt x="4348" y="8191"/>
                  </a:cubicBezTo>
                  <a:lnTo>
                    <a:pt x="4348" y="8538"/>
                  </a:lnTo>
                  <a:lnTo>
                    <a:pt x="6522" y="8538"/>
                  </a:lnTo>
                  <a:lnTo>
                    <a:pt x="6522" y="6049"/>
                  </a:lnTo>
                  <a:cubicBezTo>
                    <a:pt x="6522" y="5829"/>
                    <a:pt x="6680" y="5671"/>
                    <a:pt x="6869" y="5671"/>
                  </a:cubicBezTo>
                  <a:cubicBezTo>
                    <a:pt x="7058" y="5671"/>
                    <a:pt x="7215" y="5829"/>
                    <a:pt x="7215" y="6049"/>
                  </a:cubicBezTo>
                  <a:lnTo>
                    <a:pt x="7215" y="8601"/>
                  </a:lnTo>
                  <a:lnTo>
                    <a:pt x="11153" y="8601"/>
                  </a:lnTo>
                  <a:cubicBezTo>
                    <a:pt x="11468" y="8538"/>
                    <a:pt x="11595" y="8128"/>
                    <a:pt x="11311" y="7939"/>
                  </a:cubicBezTo>
                  <a:cubicBezTo>
                    <a:pt x="10208" y="7215"/>
                    <a:pt x="9547" y="5986"/>
                    <a:pt x="9389" y="4726"/>
                  </a:cubicBezTo>
                  <a:lnTo>
                    <a:pt x="10681" y="3434"/>
                  </a:lnTo>
                  <a:cubicBezTo>
                    <a:pt x="10775" y="3371"/>
                    <a:pt x="10807" y="3277"/>
                    <a:pt x="10807" y="3182"/>
                  </a:cubicBezTo>
                  <a:lnTo>
                    <a:pt x="10807" y="1764"/>
                  </a:lnTo>
                  <a:cubicBezTo>
                    <a:pt x="10807" y="1563"/>
                    <a:pt x="10625" y="1422"/>
                    <a:pt x="10440" y="1422"/>
                  </a:cubicBezTo>
                  <a:cubicBezTo>
                    <a:pt x="10394" y="1422"/>
                    <a:pt x="10347" y="1431"/>
                    <a:pt x="10303" y="1449"/>
                  </a:cubicBezTo>
                  <a:lnTo>
                    <a:pt x="9389" y="1922"/>
                  </a:lnTo>
                  <a:lnTo>
                    <a:pt x="9389" y="347"/>
                  </a:lnTo>
                  <a:cubicBezTo>
                    <a:pt x="9389" y="158"/>
                    <a:pt x="9232" y="0"/>
                    <a:pt x="9043" y="0"/>
                  </a:cubicBezTo>
                  <a:lnTo>
                    <a:pt x="6522" y="0"/>
                  </a:lnTo>
                  <a:lnTo>
                    <a:pt x="6522" y="3245"/>
                  </a:lnTo>
                  <a:cubicBezTo>
                    <a:pt x="6522" y="3434"/>
                    <a:pt x="6365" y="3592"/>
                    <a:pt x="6144" y="3592"/>
                  </a:cubicBezTo>
                  <a:cubicBezTo>
                    <a:pt x="5955" y="3592"/>
                    <a:pt x="5798" y="3434"/>
                    <a:pt x="5798" y="3245"/>
                  </a:cubicBezTo>
                  <a:lnTo>
                    <a:pt x="5798" y="0"/>
                  </a:lnTo>
                  <a:lnTo>
                    <a:pt x="4348" y="0"/>
                  </a:lnTo>
                  <a:lnTo>
                    <a:pt x="4348" y="1764"/>
                  </a:lnTo>
                  <a:cubicBezTo>
                    <a:pt x="4348" y="1985"/>
                    <a:pt x="4191" y="2143"/>
                    <a:pt x="4002" y="2143"/>
                  </a:cubicBezTo>
                  <a:cubicBezTo>
                    <a:pt x="3781" y="2143"/>
                    <a:pt x="3624" y="1985"/>
                    <a:pt x="3624" y="1764"/>
                  </a:cubicBezTo>
                  <a:lnTo>
                    <a:pt x="3624" y="0"/>
                  </a:ln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8" name="Google Shape;358;p35"/>
            <p:cNvSpPr/>
            <p:nvPr/>
          </p:nvSpPr>
          <p:spPr>
            <a:xfrm>
              <a:off x="-18645175" y="3424975"/>
              <a:ext cx="141800" cy="159900"/>
            </a:xfrm>
            <a:custGeom>
              <a:avLst/>
              <a:gdLst/>
              <a:ahLst/>
              <a:cxnLst/>
              <a:rect l="l" t="t" r="r" b="b"/>
              <a:pathLst>
                <a:path w="5672" h="6396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lnTo>
                    <a:pt x="1" y="2489"/>
                  </a:lnTo>
                  <a:cubicBezTo>
                    <a:pt x="1" y="4600"/>
                    <a:pt x="1733" y="6396"/>
                    <a:pt x="3907" y="6396"/>
                  </a:cubicBezTo>
                  <a:lnTo>
                    <a:pt x="4254" y="6396"/>
                  </a:lnTo>
                  <a:cubicBezTo>
                    <a:pt x="5041" y="6396"/>
                    <a:pt x="5671" y="5766"/>
                    <a:pt x="5671" y="4978"/>
                  </a:cubicBezTo>
                  <a:cubicBezTo>
                    <a:pt x="5671" y="4190"/>
                    <a:pt x="5041" y="3560"/>
                    <a:pt x="4254" y="3560"/>
                  </a:cubicBezTo>
                  <a:lnTo>
                    <a:pt x="3183" y="3560"/>
                  </a:lnTo>
                  <a:cubicBezTo>
                    <a:pt x="2584" y="3560"/>
                    <a:pt x="2111" y="3088"/>
                    <a:pt x="2111" y="2489"/>
                  </a:cubicBezTo>
                  <a:lnTo>
                    <a:pt x="2111" y="1764"/>
                  </a:lnTo>
                  <a:cubicBezTo>
                    <a:pt x="2111" y="788"/>
                    <a:pt x="1324" y="0"/>
                    <a:pt x="347" y="0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9" name="Google Shape;359;p35"/>
            <p:cNvSpPr/>
            <p:nvPr/>
          </p:nvSpPr>
          <p:spPr>
            <a:xfrm>
              <a:off x="-18466375" y="3334200"/>
              <a:ext cx="54350" cy="71100"/>
            </a:xfrm>
            <a:custGeom>
              <a:avLst/>
              <a:gdLst/>
              <a:ahLst/>
              <a:cxnLst/>
              <a:rect l="l" t="t" r="r" b="b"/>
              <a:pathLst>
                <a:path w="2174" h="2844" extrusionOk="0">
                  <a:moveTo>
                    <a:pt x="1449" y="0"/>
                  </a:moveTo>
                  <a:cubicBezTo>
                    <a:pt x="1371" y="0"/>
                    <a:pt x="1292" y="24"/>
                    <a:pt x="1229" y="71"/>
                  </a:cubicBezTo>
                  <a:cubicBezTo>
                    <a:pt x="1197" y="103"/>
                    <a:pt x="0" y="953"/>
                    <a:pt x="0" y="2150"/>
                  </a:cubicBezTo>
                  <a:cubicBezTo>
                    <a:pt x="0" y="2403"/>
                    <a:pt x="95" y="2623"/>
                    <a:pt x="158" y="2844"/>
                  </a:cubicBezTo>
                  <a:lnTo>
                    <a:pt x="756" y="2844"/>
                  </a:lnTo>
                  <a:cubicBezTo>
                    <a:pt x="882" y="1898"/>
                    <a:pt x="1386" y="1048"/>
                    <a:pt x="2174" y="544"/>
                  </a:cubicBezTo>
                  <a:cubicBezTo>
                    <a:pt x="1954" y="260"/>
                    <a:pt x="1701" y="71"/>
                    <a:pt x="1670" y="71"/>
                  </a:cubicBezTo>
                  <a:cubicBezTo>
                    <a:pt x="1607" y="24"/>
                    <a:pt x="1528" y="0"/>
                    <a:pt x="1449" y="0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0" name="Google Shape;360;p35"/>
            <p:cNvSpPr/>
            <p:nvPr/>
          </p:nvSpPr>
          <p:spPr>
            <a:xfrm>
              <a:off x="-18428575" y="3352500"/>
              <a:ext cx="87450" cy="82725"/>
            </a:xfrm>
            <a:custGeom>
              <a:avLst/>
              <a:gdLst/>
              <a:ahLst/>
              <a:cxnLst/>
              <a:rect l="l" t="t" r="r" b="b"/>
              <a:pathLst>
                <a:path w="3498" h="3309" extrusionOk="0">
                  <a:moveTo>
                    <a:pt x="2426" y="1"/>
                  </a:moveTo>
                  <a:cubicBezTo>
                    <a:pt x="1166" y="1"/>
                    <a:pt x="158" y="946"/>
                    <a:pt x="0" y="2112"/>
                  </a:cubicBezTo>
                  <a:lnTo>
                    <a:pt x="1009" y="2112"/>
                  </a:lnTo>
                  <a:cubicBezTo>
                    <a:pt x="1607" y="2112"/>
                    <a:pt x="2080" y="2584"/>
                    <a:pt x="2080" y="3183"/>
                  </a:cubicBezTo>
                  <a:lnTo>
                    <a:pt x="2080" y="3309"/>
                  </a:lnTo>
                  <a:cubicBezTo>
                    <a:pt x="2899" y="2899"/>
                    <a:pt x="3497" y="2049"/>
                    <a:pt x="3497" y="1072"/>
                  </a:cubicBezTo>
                  <a:lnTo>
                    <a:pt x="3497" y="347"/>
                  </a:lnTo>
                  <a:cubicBezTo>
                    <a:pt x="3497" y="158"/>
                    <a:pt x="3340" y="1"/>
                    <a:pt x="3151" y="1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1" name="Google Shape;361;p35"/>
            <p:cNvSpPr/>
            <p:nvPr/>
          </p:nvSpPr>
          <p:spPr>
            <a:xfrm>
              <a:off x="-18645175" y="3334400"/>
              <a:ext cx="70900" cy="70900"/>
            </a:xfrm>
            <a:custGeom>
              <a:avLst/>
              <a:gdLst/>
              <a:ahLst/>
              <a:cxnLst/>
              <a:rect l="l" t="t" r="r" b="b"/>
              <a:pathLst>
                <a:path w="2836" h="2836" extrusionOk="0">
                  <a:moveTo>
                    <a:pt x="1765" y="0"/>
                  </a:moveTo>
                  <a:cubicBezTo>
                    <a:pt x="788" y="0"/>
                    <a:pt x="1" y="788"/>
                    <a:pt x="1" y="1796"/>
                  </a:cubicBezTo>
                  <a:lnTo>
                    <a:pt x="1" y="2489"/>
                  </a:lnTo>
                  <a:cubicBezTo>
                    <a:pt x="1" y="2678"/>
                    <a:pt x="158" y="2836"/>
                    <a:pt x="347" y="2836"/>
                  </a:cubicBezTo>
                  <a:lnTo>
                    <a:pt x="1072" y="2836"/>
                  </a:lnTo>
                  <a:cubicBezTo>
                    <a:pt x="2048" y="2836"/>
                    <a:pt x="2836" y="2048"/>
                    <a:pt x="2836" y="1071"/>
                  </a:cubicBezTo>
                  <a:lnTo>
                    <a:pt x="2836" y="347"/>
                  </a:lnTo>
                  <a:cubicBezTo>
                    <a:pt x="2836" y="158"/>
                    <a:pt x="2679" y="0"/>
                    <a:pt x="2489" y="0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362" name="Google Shape;362;p35"/>
          <p:cNvGrpSpPr/>
          <p:nvPr/>
        </p:nvGrpSpPr>
        <p:grpSpPr>
          <a:xfrm>
            <a:off x="1086179" y="3698818"/>
            <a:ext cx="280873" cy="296283"/>
            <a:chOff x="-18645175" y="3334200"/>
            <a:chExt cx="307200" cy="305825"/>
          </a:xfrm>
        </p:grpSpPr>
        <p:sp>
          <p:nvSpPr>
            <p:cNvPr id="363" name="Google Shape;363;p35"/>
            <p:cNvSpPr/>
            <p:nvPr/>
          </p:nvSpPr>
          <p:spPr>
            <a:xfrm>
              <a:off x="-18627850" y="3424975"/>
              <a:ext cx="289875" cy="215050"/>
            </a:xfrm>
            <a:custGeom>
              <a:avLst/>
              <a:gdLst/>
              <a:ahLst/>
              <a:cxnLst/>
              <a:rect l="l" t="t" r="r" b="b"/>
              <a:pathLst>
                <a:path w="11595" h="8602" extrusionOk="0">
                  <a:moveTo>
                    <a:pt x="7530" y="2111"/>
                  </a:moveTo>
                  <a:cubicBezTo>
                    <a:pt x="7719" y="2111"/>
                    <a:pt x="7877" y="2269"/>
                    <a:pt x="7877" y="2458"/>
                  </a:cubicBezTo>
                  <a:lnTo>
                    <a:pt x="7877" y="4568"/>
                  </a:lnTo>
                  <a:cubicBezTo>
                    <a:pt x="7877" y="4789"/>
                    <a:pt x="7719" y="4946"/>
                    <a:pt x="7530" y="4946"/>
                  </a:cubicBezTo>
                  <a:cubicBezTo>
                    <a:pt x="7341" y="4946"/>
                    <a:pt x="7184" y="4789"/>
                    <a:pt x="7184" y="4568"/>
                  </a:cubicBezTo>
                  <a:lnTo>
                    <a:pt x="7184" y="2458"/>
                  </a:lnTo>
                  <a:cubicBezTo>
                    <a:pt x="7184" y="2269"/>
                    <a:pt x="7341" y="2111"/>
                    <a:pt x="7530" y="2111"/>
                  </a:cubicBezTo>
                  <a:close/>
                  <a:moveTo>
                    <a:pt x="2584" y="0"/>
                  </a:moveTo>
                  <a:cubicBezTo>
                    <a:pt x="2364" y="0"/>
                    <a:pt x="2206" y="158"/>
                    <a:pt x="2206" y="347"/>
                  </a:cubicBezTo>
                  <a:lnTo>
                    <a:pt x="2206" y="1764"/>
                  </a:lnTo>
                  <a:lnTo>
                    <a:pt x="2206" y="2489"/>
                  </a:lnTo>
                  <a:cubicBezTo>
                    <a:pt x="2206" y="2678"/>
                    <a:pt x="2364" y="2836"/>
                    <a:pt x="2584" y="2836"/>
                  </a:cubicBezTo>
                  <a:lnTo>
                    <a:pt x="3624" y="2836"/>
                  </a:lnTo>
                  <a:cubicBezTo>
                    <a:pt x="4821" y="2836"/>
                    <a:pt x="5766" y="3781"/>
                    <a:pt x="5766" y="4978"/>
                  </a:cubicBezTo>
                  <a:cubicBezTo>
                    <a:pt x="5766" y="6144"/>
                    <a:pt x="4821" y="7089"/>
                    <a:pt x="3624" y="7089"/>
                  </a:cubicBezTo>
                  <a:lnTo>
                    <a:pt x="3277" y="7089"/>
                  </a:lnTo>
                  <a:cubicBezTo>
                    <a:pt x="2616" y="7089"/>
                    <a:pt x="1986" y="6931"/>
                    <a:pt x="1387" y="6711"/>
                  </a:cubicBezTo>
                  <a:cubicBezTo>
                    <a:pt x="1072" y="7183"/>
                    <a:pt x="694" y="7593"/>
                    <a:pt x="221" y="7908"/>
                  </a:cubicBezTo>
                  <a:cubicBezTo>
                    <a:pt x="95" y="8002"/>
                    <a:pt x="1" y="8160"/>
                    <a:pt x="64" y="8317"/>
                  </a:cubicBezTo>
                  <a:cubicBezTo>
                    <a:pt x="95" y="8475"/>
                    <a:pt x="253" y="8538"/>
                    <a:pt x="410" y="8538"/>
                  </a:cubicBezTo>
                  <a:lnTo>
                    <a:pt x="3624" y="8538"/>
                  </a:lnTo>
                  <a:lnTo>
                    <a:pt x="3624" y="8191"/>
                  </a:lnTo>
                  <a:cubicBezTo>
                    <a:pt x="3624" y="8002"/>
                    <a:pt x="3781" y="7845"/>
                    <a:pt x="4002" y="7845"/>
                  </a:cubicBezTo>
                  <a:cubicBezTo>
                    <a:pt x="4191" y="7845"/>
                    <a:pt x="4348" y="8002"/>
                    <a:pt x="4348" y="8191"/>
                  </a:cubicBezTo>
                  <a:lnTo>
                    <a:pt x="4348" y="8538"/>
                  </a:lnTo>
                  <a:lnTo>
                    <a:pt x="6522" y="8538"/>
                  </a:lnTo>
                  <a:lnTo>
                    <a:pt x="6522" y="6049"/>
                  </a:lnTo>
                  <a:cubicBezTo>
                    <a:pt x="6522" y="5829"/>
                    <a:pt x="6680" y="5671"/>
                    <a:pt x="6869" y="5671"/>
                  </a:cubicBezTo>
                  <a:cubicBezTo>
                    <a:pt x="7058" y="5671"/>
                    <a:pt x="7215" y="5829"/>
                    <a:pt x="7215" y="6049"/>
                  </a:cubicBezTo>
                  <a:lnTo>
                    <a:pt x="7215" y="8601"/>
                  </a:lnTo>
                  <a:lnTo>
                    <a:pt x="11153" y="8601"/>
                  </a:lnTo>
                  <a:cubicBezTo>
                    <a:pt x="11468" y="8538"/>
                    <a:pt x="11595" y="8128"/>
                    <a:pt x="11311" y="7939"/>
                  </a:cubicBezTo>
                  <a:cubicBezTo>
                    <a:pt x="10208" y="7215"/>
                    <a:pt x="9547" y="5986"/>
                    <a:pt x="9389" y="4726"/>
                  </a:cubicBezTo>
                  <a:lnTo>
                    <a:pt x="10681" y="3434"/>
                  </a:lnTo>
                  <a:cubicBezTo>
                    <a:pt x="10775" y="3371"/>
                    <a:pt x="10807" y="3277"/>
                    <a:pt x="10807" y="3182"/>
                  </a:cubicBezTo>
                  <a:lnTo>
                    <a:pt x="10807" y="1764"/>
                  </a:lnTo>
                  <a:cubicBezTo>
                    <a:pt x="10807" y="1563"/>
                    <a:pt x="10625" y="1422"/>
                    <a:pt x="10440" y="1422"/>
                  </a:cubicBezTo>
                  <a:cubicBezTo>
                    <a:pt x="10394" y="1422"/>
                    <a:pt x="10347" y="1431"/>
                    <a:pt x="10303" y="1449"/>
                  </a:cubicBezTo>
                  <a:lnTo>
                    <a:pt x="9389" y="1922"/>
                  </a:lnTo>
                  <a:lnTo>
                    <a:pt x="9389" y="347"/>
                  </a:lnTo>
                  <a:cubicBezTo>
                    <a:pt x="9389" y="158"/>
                    <a:pt x="9232" y="0"/>
                    <a:pt x="9043" y="0"/>
                  </a:cubicBezTo>
                  <a:lnTo>
                    <a:pt x="6522" y="0"/>
                  </a:lnTo>
                  <a:lnTo>
                    <a:pt x="6522" y="3245"/>
                  </a:lnTo>
                  <a:cubicBezTo>
                    <a:pt x="6522" y="3434"/>
                    <a:pt x="6365" y="3592"/>
                    <a:pt x="6144" y="3592"/>
                  </a:cubicBezTo>
                  <a:cubicBezTo>
                    <a:pt x="5955" y="3592"/>
                    <a:pt x="5798" y="3434"/>
                    <a:pt x="5798" y="3245"/>
                  </a:cubicBezTo>
                  <a:lnTo>
                    <a:pt x="5798" y="0"/>
                  </a:lnTo>
                  <a:lnTo>
                    <a:pt x="4348" y="0"/>
                  </a:lnTo>
                  <a:lnTo>
                    <a:pt x="4348" y="1764"/>
                  </a:lnTo>
                  <a:cubicBezTo>
                    <a:pt x="4348" y="1985"/>
                    <a:pt x="4191" y="2143"/>
                    <a:pt x="4002" y="2143"/>
                  </a:cubicBezTo>
                  <a:cubicBezTo>
                    <a:pt x="3781" y="2143"/>
                    <a:pt x="3624" y="1985"/>
                    <a:pt x="3624" y="1764"/>
                  </a:cubicBezTo>
                  <a:lnTo>
                    <a:pt x="3624" y="0"/>
                  </a:ln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4" name="Google Shape;364;p35"/>
            <p:cNvSpPr/>
            <p:nvPr/>
          </p:nvSpPr>
          <p:spPr>
            <a:xfrm>
              <a:off x="-18645175" y="3424975"/>
              <a:ext cx="141800" cy="159900"/>
            </a:xfrm>
            <a:custGeom>
              <a:avLst/>
              <a:gdLst/>
              <a:ahLst/>
              <a:cxnLst/>
              <a:rect l="l" t="t" r="r" b="b"/>
              <a:pathLst>
                <a:path w="5672" h="6396" extrusionOk="0">
                  <a:moveTo>
                    <a:pt x="347" y="0"/>
                  </a:moveTo>
                  <a:cubicBezTo>
                    <a:pt x="158" y="0"/>
                    <a:pt x="1" y="158"/>
                    <a:pt x="1" y="347"/>
                  </a:cubicBezTo>
                  <a:lnTo>
                    <a:pt x="1" y="2489"/>
                  </a:lnTo>
                  <a:cubicBezTo>
                    <a:pt x="1" y="4600"/>
                    <a:pt x="1733" y="6396"/>
                    <a:pt x="3907" y="6396"/>
                  </a:cubicBezTo>
                  <a:lnTo>
                    <a:pt x="4254" y="6396"/>
                  </a:lnTo>
                  <a:cubicBezTo>
                    <a:pt x="5041" y="6396"/>
                    <a:pt x="5671" y="5766"/>
                    <a:pt x="5671" y="4978"/>
                  </a:cubicBezTo>
                  <a:cubicBezTo>
                    <a:pt x="5671" y="4190"/>
                    <a:pt x="5041" y="3560"/>
                    <a:pt x="4254" y="3560"/>
                  </a:cubicBezTo>
                  <a:lnTo>
                    <a:pt x="3183" y="3560"/>
                  </a:lnTo>
                  <a:cubicBezTo>
                    <a:pt x="2584" y="3560"/>
                    <a:pt x="2111" y="3088"/>
                    <a:pt x="2111" y="2489"/>
                  </a:cubicBezTo>
                  <a:lnTo>
                    <a:pt x="2111" y="1764"/>
                  </a:lnTo>
                  <a:cubicBezTo>
                    <a:pt x="2111" y="788"/>
                    <a:pt x="1324" y="0"/>
                    <a:pt x="347" y="0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5" name="Google Shape;365;p35"/>
            <p:cNvSpPr/>
            <p:nvPr/>
          </p:nvSpPr>
          <p:spPr>
            <a:xfrm>
              <a:off x="-18466375" y="3334200"/>
              <a:ext cx="54350" cy="71100"/>
            </a:xfrm>
            <a:custGeom>
              <a:avLst/>
              <a:gdLst/>
              <a:ahLst/>
              <a:cxnLst/>
              <a:rect l="l" t="t" r="r" b="b"/>
              <a:pathLst>
                <a:path w="2174" h="2844" extrusionOk="0">
                  <a:moveTo>
                    <a:pt x="1449" y="0"/>
                  </a:moveTo>
                  <a:cubicBezTo>
                    <a:pt x="1371" y="0"/>
                    <a:pt x="1292" y="24"/>
                    <a:pt x="1229" y="71"/>
                  </a:cubicBezTo>
                  <a:cubicBezTo>
                    <a:pt x="1197" y="103"/>
                    <a:pt x="0" y="953"/>
                    <a:pt x="0" y="2150"/>
                  </a:cubicBezTo>
                  <a:cubicBezTo>
                    <a:pt x="0" y="2403"/>
                    <a:pt x="95" y="2623"/>
                    <a:pt x="158" y="2844"/>
                  </a:cubicBezTo>
                  <a:lnTo>
                    <a:pt x="756" y="2844"/>
                  </a:lnTo>
                  <a:cubicBezTo>
                    <a:pt x="882" y="1898"/>
                    <a:pt x="1386" y="1048"/>
                    <a:pt x="2174" y="544"/>
                  </a:cubicBezTo>
                  <a:cubicBezTo>
                    <a:pt x="1954" y="260"/>
                    <a:pt x="1701" y="71"/>
                    <a:pt x="1670" y="71"/>
                  </a:cubicBezTo>
                  <a:cubicBezTo>
                    <a:pt x="1607" y="24"/>
                    <a:pt x="1528" y="0"/>
                    <a:pt x="1449" y="0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6" name="Google Shape;366;p35"/>
            <p:cNvSpPr/>
            <p:nvPr/>
          </p:nvSpPr>
          <p:spPr>
            <a:xfrm>
              <a:off x="-18428575" y="3352500"/>
              <a:ext cx="87450" cy="82725"/>
            </a:xfrm>
            <a:custGeom>
              <a:avLst/>
              <a:gdLst/>
              <a:ahLst/>
              <a:cxnLst/>
              <a:rect l="l" t="t" r="r" b="b"/>
              <a:pathLst>
                <a:path w="3498" h="3309" extrusionOk="0">
                  <a:moveTo>
                    <a:pt x="2426" y="1"/>
                  </a:moveTo>
                  <a:cubicBezTo>
                    <a:pt x="1166" y="1"/>
                    <a:pt x="158" y="946"/>
                    <a:pt x="0" y="2112"/>
                  </a:cubicBezTo>
                  <a:lnTo>
                    <a:pt x="1009" y="2112"/>
                  </a:lnTo>
                  <a:cubicBezTo>
                    <a:pt x="1607" y="2112"/>
                    <a:pt x="2080" y="2584"/>
                    <a:pt x="2080" y="3183"/>
                  </a:cubicBezTo>
                  <a:lnTo>
                    <a:pt x="2080" y="3309"/>
                  </a:lnTo>
                  <a:cubicBezTo>
                    <a:pt x="2899" y="2899"/>
                    <a:pt x="3497" y="2049"/>
                    <a:pt x="3497" y="1072"/>
                  </a:cubicBezTo>
                  <a:lnTo>
                    <a:pt x="3497" y="347"/>
                  </a:lnTo>
                  <a:cubicBezTo>
                    <a:pt x="3497" y="158"/>
                    <a:pt x="3340" y="1"/>
                    <a:pt x="3151" y="1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7" name="Google Shape;367;p35"/>
            <p:cNvSpPr/>
            <p:nvPr/>
          </p:nvSpPr>
          <p:spPr>
            <a:xfrm>
              <a:off x="-18645175" y="3334400"/>
              <a:ext cx="70900" cy="70900"/>
            </a:xfrm>
            <a:custGeom>
              <a:avLst/>
              <a:gdLst/>
              <a:ahLst/>
              <a:cxnLst/>
              <a:rect l="l" t="t" r="r" b="b"/>
              <a:pathLst>
                <a:path w="2836" h="2836" extrusionOk="0">
                  <a:moveTo>
                    <a:pt x="1765" y="0"/>
                  </a:moveTo>
                  <a:cubicBezTo>
                    <a:pt x="788" y="0"/>
                    <a:pt x="1" y="788"/>
                    <a:pt x="1" y="1796"/>
                  </a:cubicBezTo>
                  <a:lnTo>
                    <a:pt x="1" y="2489"/>
                  </a:lnTo>
                  <a:cubicBezTo>
                    <a:pt x="1" y="2678"/>
                    <a:pt x="158" y="2836"/>
                    <a:pt x="347" y="2836"/>
                  </a:cubicBezTo>
                  <a:lnTo>
                    <a:pt x="1072" y="2836"/>
                  </a:lnTo>
                  <a:cubicBezTo>
                    <a:pt x="2048" y="2836"/>
                    <a:pt x="2836" y="2048"/>
                    <a:pt x="2836" y="1071"/>
                  </a:cubicBezTo>
                  <a:lnTo>
                    <a:pt x="2836" y="347"/>
                  </a:lnTo>
                  <a:cubicBezTo>
                    <a:pt x="2836" y="158"/>
                    <a:pt x="2679" y="0"/>
                    <a:pt x="2489" y="0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36"/>
          <p:cNvSpPr txBox="1"/>
          <p:nvPr/>
        </p:nvSpPr>
        <p:spPr>
          <a:xfrm>
            <a:off x="744900" y="639098"/>
            <a:ext cx="4655400" cy="45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dirty="0">
                <a:solidFill>
                  <a:srgbClr val="51AFDB"/>
                </a:solidFill>
                <a:latin typeface="Audiowide"/>
                <a:ea typeface="Audiowide"/>
                <a:cs typeface="Audiowide"/>
                <a:sym typeface="Audiowide"/>
              </a:rPr>
              <a:t>Modelo spine-leaf: </a:t>
            </a:r>
            <a:r>
              <a:rPr lang="en" sz="2500" dirty="0">
                <a:solidFill>
                  <a:srgbClr val="FFFFFF"/>
                </a:solidFill>
                <a:latin typeface="Audiowide"/>
                <a:ea typeface="Audiowide"/>
                <a:cs typeface="Audiowide"/>
                <a:sym typeface="Audiowide"/>
              </a:rPr>
              <a:t>Leaf</a:t>
            </a:r>
            <a:endParaRPr sz="2500" dirty="0">
              <a:solidFill>
                <a:srgbClr val="FFFFFF"/>
              </a:solidFill>
              <a:latin typeface="Audiowide"/>
              <a:ea typeface="Audiowide"/>
              <a:cs typeface="Audiowide"/>
              <a:sym typeface="Audiowide"/>
            </a:endParaRPr>
          </a:p>
        </p:txBody>
      </p:sp>
      <p:sp>
        <p:nvSpPr>
          <p:cNvPr id="373" name="Google Shape;373;p36"/>
          <p:cNvSpPr txBox="1"/>
          <p:nvPr/>
        </p:nvSpPr>
        <p:spPr>
          <a:xfrm>
            <a:off x="1288600" y="1566763"/>
            <a:ext cx="30000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51AFDB"/>
                </a:solidFill>
                <a:latin typeface="Karla"/>
                <a:ea typeface="Karla"/>
                <a:cs typeface="Karla"/>
                <a:sym typeface="Karla"/>
              </a:rPr>
              <a:t>Punto de conexión final</a:t>
            </a:r>
            <a:endParaRPr sz="1100">
              <a:solidFill>
                <a:srgbClr val="51AFDB"/>
              </a:solidFill>
              <a:latin typeface="Karla"/>
              <a:ea typeface="Karla"/>
              <a:cs typeface="Karla"/>
              <a:sym typeface="Karla"/>
            </a:endParaRPr>
          </a:p>
        </p:txBody>
      </p:sp>
      <p:sp>
        <p:nvSpPr>
          <p:cNvPr id="374" name="Google Shape;374;p36"/>
          <p:cNvSpPr txBox="1"/>
          <p:nvPr/>
        </p:nvSpPr>
        <p:spPr>
          <a:xfrm>
            <a:off x="1288600" y="1741063"/>
            <a:ext cx="54633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Karla Light"/>
                <a:ea typeface="Karla Light"/>
                <a:cs typeface="Karla Light"/>
                <a:sym typeface="Karla Light"/>
              </a:rPr>
              <a:t>Representan la primera capa de conexión hacia los dispositivos finales</a:t>
            </a:r>
            <a:endParaRPr sz="130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</p:txBody>
      </p:sp>
      <p:sp>
        <p:nvSpPr>
          <p:cNvPr id="375" name="Google Shape;375;p36"/>
          <p:cNvSpPr txBox="1"/>
          <p:nvPr/>
        </p:nvSpPr>
        <p:spPr>
          <a:xfrm>
            <a:off x="1288600" y="2099513"/>
            <a:ext cx="30000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51AFDB"/>
                </a:solidFill>
                <a:latin typeface="Karla"/>
                <a:ea typeface="Karla"/>
                <a:cs typeface="Karla"/>
                <a:sym typeface="Karla"/>
              </a:rPr>
              <a:t>No se conectan entre sí</a:t>
            </a:r>
            <a:endParaRPr sz="1100">
              <a:solidFill>
                <a:srgbClr val="51AFDB"/>
              </a:solidFill>
              <a:latin typeface="Karla"/>
              <a:ea typeface="Karla"/>
              <a:cs typeface="Karla"/>
              <a:sym typeface="Karla"/>
            </a:endParaRPr>
          </a:p>
        </p:txBody>
      </p:sp>
      <p:sp>
        <p:nvSpPr>
          <p:cNvPr id="376" name="Google Shape;376;p36"/>
          <p:cNvSpPr txBox="1"/>
          <p:nvPr/>
        </p:nvSpPr>
        <p:spPr>
          <a:xfrm>
            <a:off x="1288600" y="2283863"/>
            <a:ext cx="6865800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Karla Light"/>
                <a:ea typeface="Karla Light"/>
                <a:cs typeface="Karla Light"/>
                <a:sym typeface="Karla Light"/>
              </a:rPr>
              <a:t>Los leaf solo se conectan a los spine. Esta separación garantiza latencia predecible y evita bucles.</a:t>
            </a:r>
            <a:endParaRPr sz="110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0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</p:txBody>
      </p:sp>
      <p:sp>
        <p:nvSpPr>
          <p:cNvPr id="377" name="Google Shape;377;p36"/>
          <p:cNvSpPr txBox="1"/>
          <p:nvPr/>
        </p:nvSpPr>
        <p:spPr>
          <a:xfrm>
            <a:off x="1288600" y="2620113"/>
            <a:ext cx="30000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51AFDB"/>
                </a:solidFill>
                <a:latin typeface="Karla"/>
                <a:ea typeface="Karla"/>
                <a:cs typeface="Karla"/>
                <a:sym typeface="Karla"/>
              </a:rPr>
              <a:t>Malla completa norte-sur</a:t>
            </a:r>
            <a:endParaRPr sz="1100">
              <a:solidFill>
                <a:srgbClr val="51AFDB"/>
              </a:solidFill>
              <a:latin typeface="Karla"/>
              <a:ea typeface="Karla"/>
              <a:cs typeface="Karla"/>
              <a:sym typeface="Karla"/>
            </a:endParaRPr>
          </a:p>
        </p:txBody>
      </p:sp>
      <p:sp>
        <p:nvSpPr>
          <p:cNvPr id="378" name="Google Shape;378;p36"/>
          <p:cNvSpPr txBox="1"/>
          <p:nvPr/>
        </p:nvSpPr>
        <p:spPr>
          <a:xfrm>
            <a:off x="1288600" y="2816463"/>
            <a:ext cx="6997500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Karla Light"/>
                <a:ea typeface="Karla Light"/>
                <a:cs typeface="Karla Light"/>
                <a:sym typeface="Karla Light"/>
              </a:rPr>
              <a:t>Cada leaf está conectado a todos los spine, formando una red con redundancia y múltiples rutas.</a:t>
            </a:r>
            <a:endParaRPr sz="110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0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</p:txBody>
      </p:sp>
      <p:sp>
        <p:nvSpPr>
          <p:cNvPr id="379" name="Google Shape;379;p36"/>
          <p:cNvSpPr txBox="1"/>
          <p:nvPr/>
        </p:nvSpPr>
        <p:spPr>
          <a:xfrm>
            <a:off x="1288600" y="3154388"/>
            <a:ext cx="30000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51AFDB"/>
                </a:solidFill>
                <a:latin typeface="Karla"/>
                <a:ea typeface="Karla"/>
                <a:cs typeface="Karla"/>
                <a:sym typeface="Karla"/>
              </a:rPr>
              <a:t>Escalabilidad horizontal</a:t>
            </a:r>
            <a:endParaRPr sz="1100">
              <a:solidFill>
                <a:srgbClr val="51AFDB"/>
              </a:solidFill>
              <a:latin typeface="Karla"/>
              <a:ea typeface="Karla"/>
              <a:cs typeface="Karla"/>
              <a:sym typeface="Karla"/>
            </a:endParaRPr>
          </a:p>
        </p:txBody>
      </p:sp>
      <p:sp>
        <p:nvSpPr>
          <p:cNvPr id="380" name="Google Shape;380;p36"/>
          <p:cNvSpPr txBox="1"/>
          <p:nvPr/>
        </p:nvSpPr>
        <p:spPr>
          <a:xfrm>
            <a:off x="1288600" y="3353213"/>
            <a:ext cx="6997500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Karla Light"/>
                <a:ea typeface="Karla Light"/>
                <a:cs typeface="Karla Light"/>
                <a:sym typeface="Karla Light"/>
              </a:rPr>
              <a:t>Se pueden añadir nuevos Leaf sin rediseñar la red, permitiendo crecer sin romper el diseño de red.</a:t>
            </a:r>
            <a:endParaRPr sz="110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0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</p:txBody>
      </p:sp>
      <p:sp>
        <p:nvSpPr>
          <p:cNvPr id="381" name="Google Shape;381;p36"/>
          <p:cNvSpPr txBox="1"/>
          <p:nvPr/>
        </p:nvSpPr>
        <p:spPr>
          <a:xfrm>
            <a:off x="1288600" y="3635900"/>
            <a:ext cx="30000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51AFDB"/>
                </a:solidFill>
                <a:latin typeface="Karla"/>
                <a:ea typeface="Karla"/>
                <a:cs typeface="Karla"/>
                <a:sym typeface="Karla"/>
              </a:rPr>
              <a:t>Crítico en entornos sensibles</a:t>
            </a:r>
            <a:endParaRPr sz="1100">
              <a:solidFill>
                <a:srgbClr val="51AFDB"/>
              </a:solidFill>
              <a:latin typeface="Karla"/>
              <a:ea typeface="Karla"/>
              <a:cs typeface="Karla"/>
              <a:sym typeface="Karla"/>
            </a:endParaRPr>
          </a:p>
        </p:txBody>
      </p:sp>
      <p:sp>
        <p:nvSpPr>
          <p:cNvPr id="382" name="Google Shape;382;p36"/>
          <p:cNvSpPr txBox="1"/>
          <p:nvPr/>
        </p:nvSpPr>
        <p:spPr>
          <a:xfrm>
            <a:off x="1288600" y="3815700"/>
            <a:ext cx="6997500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Karla Light"/>
                <a:ea typeface="Karla Light"/>
                <a:cs typeface="Karla Light"/>
                <a:sym typeface="Karla Light"/>
              </a:rPr>
              <a:t>Esenciales para asegurar alta disponibilidad, baja latencia y flujo constante de datos críticos.</a:t>
            </a:r>
            <a:endParaRPr sz="110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0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</p:txBody>
      </p:sp>
      <p:grpSp>
        <p:nvGrpSpPr>
          <p:cNvPr id="383" name="Google Shape;383;p36"/>
          <p:cNvGrpSpPr/>
          <p:nvPr/>
        </p:nvGrpSpPr>
        <p:grpSpPr>
          <a:xfrm>
            <a:off x="373566" y="648173"/>
            <a:ext cx="450470" cy="449325"/>
            <a:chOff x="-20946600" y="3317850"/>
            <a:chExt cx="304825" cy="304050"/>
          </a:xfrm>
        </p:grpSpPr>
        <p:sp>
          <p:nvSpPr>
            <p:cNvPr id="384" name="Google Shape;384;p36"/>
            <p:cNvSpPr/>
            <p:nvPr/>
          </p:nvSpPr>
          <p:spPr>
            <a:xfrm>
              <a:off x="-20946600" y="3317850"/>
              <a:ext cx="232350" cy="248925"/>
            </a:xfrm>
            <a:custGeom>
              <a:avLst/>
              <a:gdLst/>
              <a:ahLst/>
              <a:cxnLst/>
              <a:rect l="l" t="t" r="r" b="b"/>
              <a:pathLst>
                <a:path w="9294" h="9957" extrusionOk="0">
                  <a:moveTo>
                    <a:pt x="4631" y="1"/>
                  </a:moveTo>
                  <a:cubicBezTo>
                    <a:pt x="3340" y="1"/>
                    <a:pt x="2268" y="977"/>
                    <a:pt x="2142" y="2237"/>
                  </a:cubicBezTo>
                  <a:cubicBezTo>
                    <a:pt x="1292" y="2521"/>
                    <a:pt x="693" y="3340"/>
                    <a:pt x="693" y="4254"/>
                  </a:cubicBezTo>
                  <a:cubicBezTo>
                    <a:pt x="693" y="4695"/>
                    <a:pt x="819" y="5073"/>
                    <a:pt x="1040" y="5451"/>
                  </a:cubicBezTo>
                  <a:cubicBezTo>
                    <a:pt x="378" y="5923"/>
                    <a:pt x="0" y="6648"/>
                    <a:pt x="0" y="7499"/>
                  </a:cubicBezTo>
                  <a:cubicBezTo>
                    <a:pt x="0" y="8853"/>
                    <a:pt x="1134" y="9956"/>
                    <a:pt x="2520" y="9956"/>
                  </a:cubicBezTo>
                  <a:lnTo>
                    <a:pt x="4316" y="9956"/>
                  </a:lnTo>
                  <a:lnTo>
                    <a:pt x="4316" y="8349"/>
                  </a:lnTo>
                  <a:lnTo>
                    <a:pt x="2962" y="7026"/>
                  </a:lnTo>
                  <a:cubicBezTo>
                    <a:pt x="2804" y="6869"/>
                    <a:pt x="2804" y="6648"/>
                    <a:pt x="2962" y="6491"/>
                  </a:cubicBezTo>
                  <a:cubicBezTo>
                    <a:pt x="3040" y="6412"/>
                    <a:pt x="3135" y="6372"/>
                    <a:pt x="3229" y="6372"/>
                  </a:cubicBezTo>
                  <a:cubicBezTo>
                    <a:pt x="3324" y="6372"/>
                    <a:pt x="3418" y="6412"/>
                    <a:pt x="3497" y="6491"/>
                  </a:cubicBezTo>
                  <a:lnTo>
                    <a:pt x="4316" y="7341"/>
                  </a:lnTo>
                  <a:lnTo>
                    <a:pt x="4316" y="5482"/>
                  </a:lnTo>
                  <a:lnTo>
                    <a:pt x="2962" y="4128"/>
                  </a:lnTo>
                  <a:cubicBezTo>
                    <a:pt x="2804" y="3970"/>
                    <a:pt x="2804" y="3781"/>
                    <a:pt x="2962" y="3624"/>
                  </a:cubicBezTo>
                  <a:cubicBezTo>
                    <a:pt x="3040" y="3545"/>
                    <a:pt x="3135" y="3505"/>
                    <a:pt x="3229" y="3505"/>
                  </a:cubicBezTo>
                  <a:cubicBezTo>
                    <a:pt x="3324" y="3505"/>
                    <a:pt x="3418" y="3545"/>
                    <a:pt x="3497" y="3624"/>
                  </a:cubicBezTo>
                  <a:lnTo>
                    <a:pt x="4316" y="4443"/>
                  </a:lnTo>
                  <a:lnTo>
                    <a:pt x="4316" y="2458"/>
                  </a:lnTo>
                  <a:cubicBezTo>
                    <a:pt x="4316" y="2237"/>
                    <a:pt x="4474" y="2080"/>
                    <a:pt x="4663" y="2080"/>
                  </a:cubicBezTo>
                  <a:cubicBezTo>
                    <a:pt x="4852" y="2080"/>
                    <a:pt x="5009" y="2237"/>
                    <a:pt x="5009" y="2458"/>
                  </a:cubicBezTo>
                  <a:lnTo>
                    <a:pt x="5009" y="5860"/>
                  </a:lnTo>
                  <a:lnTo>
                    <a:pt x="5860" y="5041"/>
                  </a:lnTo>
                  <a:cubicBezTo>
                    <a:pt x="5939" y="4963"/>
                    <a:pt x="6025" y="4923"/>
                    <a:pt x="6112" y="4923"/>
                  </a:cubicBezTo>
                  <a:cubicBezTo>
                    <a:pt x="6199" y="4923"/>
                    <a:pt x="6285" y="4963"/>
                    <a:pt x="6364" y="5041"/>
                  </a:cubicBezTo>
                  <a:cubicBezTo>
                    <a:pt x="6522" y="5199"/>
                    <a:pt x="6522" y="5388"/>
                    <a:pt x="6364" y="5545"/>
                  </a:cubicBezTo>
                  <a:lnTo>
                    <a:pt x="5009" y="6900"/>
                  </a:lnTo>
                  <a:lnTo>
                    <a:pt x="5009" y="9956"/>
                  </a:lnTo>
                  <a:lnTo>
                    <a:pt x="6805" y="9956"/>
                  </a:lnTo>
                  <a:cubicBezTo>
                    <a:pt x="8160" y="9956"/>
                    <a:pt x="9294" y="8853"/>
                    <a:pt x="9294" y="7499"/>
                  </a:cubicBezTo>
                  <a:cubicBezTo>
                    <a:pt x="9294" y="6648"/>
                    <a:pt x="8884" y="5923"/>
                    <a:pt x="8223" y="5451"/>
                  </a:cubicBezTo>
                  <a:cubicBezTo>
                    <a:pt x="8443" y="5073"/>
                    <a:pt x="8569" y="4695"/>
                    <a:pt x="8569" y="4254"/>
                  </a:cubicBezTo>
                  <a:cubicBezTo>
                    <a:pt x="8569" y="3340"/>
                    <a:pt x="7971" y="2521"/>
                    <a:pt x="7120" y="2237"/>
                  </a:cubicBezTo>
                  <a:cubicBezTo>
                    <a:pt x="6994" y="977"/>
                    <a:pt x="5923" y="1"/>
                    <a:pt x="4631" y="1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5" name="Google Shape;385;p36"/>
            <p:cNvSpPr/>
            <p:nvPr/>
          </p:nvSpPr>
          <p:spPr>
            <a:xfrm>
              <a:off x="-20775700" y="3318650"/>
              <a:ext cx="133925" cy="249700"/>
            </a:xfrm>
            <a:custGeom>
              <a:avLst/>
              <a:gdLst/>
              <a:ahLst/>
              <a:cxnLst/>
              <a:rect l="l" t="t" r="r" b="b"/>
              <a:pathLst>
                <a:path w="5357" h="9988" extrusionOk="0">
                  <a:moveTo>
                    <a:pt x="694" y="0"/>
                  </a:moveTo>
                  <a:cubicBezTo>
                    <a:pt x="473" y="0"/>
                    <a:pt x="253" y="32"/>
                    <a:pt x="1" y="126"/>
                  </a:cubicBezTo>
                  <a:cubicBezTo>
                    <a:pt x="473" y="567"/>
                    <a:pt x="820" y="1103"/>
                    <a:pt x="977" y="1764"/>
                  </a:cubicBezTo>
                  <a:cubicBezTo>
                    <a:pt x="1891" y="2300"/>
                    <a:pt x="2490" y="3245"/>
                    <a:pt x="2490" y="4285"/>
                  </a:cubicBezTo>
                  <a:cubicBezTo>
                    <a:pt x="2490" y="4663"/>
                    <a:pt x="2395" y="4978"/>
                    <a:pt x="2269" y="5293"/>
                  </a:cubicBezTo>
                  <a:cubicBezTo>
                    <a:pt x="2836" y="5860"/>
                    <a:pt x="3183" y="6648"/>
                    <a:pt x="3183" y="7498"/>
                  </a:cubicBezTo>
                  <a:cubicBezTo>
                    <a:pt x="3183" y="8506"/>
                    <a:pt x="2710" y="9389"/>
                    <a:pt x="1985" y="9987"/>
                  </a:cubicBezTo>
                  <a:lnTo>
                    <a:pt x="2836" y="9987"/>
                  </a:lnTo>
                  <a:cubicBezTo>
                    <a:pt x="4222" y="9987"/>
                    <a:pt x="5325" y="8853"/>
                    <a:pt x="5325" y="7498"/>
                  </a:cubicBezTo>
                  <a:cubicBezTo>
                    <a:pt x="5357" y="6679"/>
                    <a:pt x="4915" y="5891"/>
                    <a:pt x="4285" y="5450"/>
                  </a:cubicBezTo>
                  <a:cubicBezTo>
                    <a:pt x="4537" y="5104"/>
                    <a:pt x="4632" y="4694"/>
                    <a:pt x="4632" y="4253"/>
                  </a:cubicBezTo>
                  <a:cubicBezTo>
                    <a:pt x="4632" y="3340"/>
                    <a:pt x="4065" y="2520"/>
                    <a:pt x="3183" y="2237"/>
                  </a:cubicBezTo>
                  <a:cubicBezTo>
                    <a:pt x="3057" y="977"/>
                    <a:pt x="2017" y="0"/>
                    <a:pt x="694" y="0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6" name="Google Shape;386;p36"/>
            <p:cNvSpPr/>
            <p:nvPr/>
          </p:nvSpPr>
          <p:spPr>
            <a:xfrm>
              <a:off x="-20890700" y="3586425"/>
              <a:ext cx="195375" cy="35475"/>
            </a:xfrm>
            <a:custGeom>
              <a:avLst/>
              <a:gdLst/>
              <a:ahLst/>
              <a:cxnLst/>
              <a:rect l="l" t="t" r="r" b="b"/>
              <a:pathLst>
                <a:path w="7815" h="1419" extrusionOk="0">
                  <a:moveTo>
                    <a:pt x="2112" y="1"/>
                  </a:moveTo>
                  <a:lnTo>
                    <a:pt x="2112" y="725"/>
                  </a:lnTo>
                  <a:lnTo>
                    <a:pt x="347" y="725"/>
                  </a:lnTo>
                  <a:cubicBezTo>
                    <a:pt x="158" y="725"/>
                    <a:pt x="1" y="883"/>
                    <a:pt x="1" y="1072"/>
                  </a:cubicBezTo>
                  <a:cubicBezTo>
                    <a:pt x="1" y="1261"/>
                    <a:pt x="158" y="1418"/>
                    <a:pt x="347" y="1418"/>
                  </a:cubicBezTo>
                  <a:lnTo>
                    <a:pt x="7468" y="1418"/>
                  </a:lnTo>
                  <a:cubicBezTo>
                    <a:pt x="7657" y="1418"/>
                    <a:pt x="7814" y="1261"/>
                    <a:pt x="7814" y="1072"/>
                  </a:cubicBezTo>
                  <a:cubicBezTo>
                    <a:pt x="7814" y="883"/>
                    <a:pt x="7625" y="725"/>
                    <a:pt x="7436" y="725"/>
                  </a:cubicBezTo>
                  <a:lnTo>
                    <a:pt x="5672" y="725"/>
                  </a:lnTo>
                  <a:lnTo>
                    <a:pt x="5672" y="1"/>
                  </a:lnTo>
                  <a:lnTo>
                    <a:pt x="4947" y="1"/>
                  </a:lnTo>
                  <a:lnTo>
                    <a:pt x="4947" y="725"/>
                  </a:lnTo>
                  <a:lnTo>
                    <a:pt x="2836" y="725"/>
                  </a:lnTo>
                  <a:lnTo>
                    <a:pt x="2836" y="1"/>
                  </a:ln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387" name="Google Shape;387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14925" y="1709311"/>
            <a:ext cx="273675" cy="273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88" name="Google Shape;388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14925" y="2248636"/>
            <a:ext cx="273675" cy="273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89" name="Google Shape;389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14925" y="2767686"/>
            <a:ext cx="273675" cy="273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90" name="Google Shape;390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14925" y="3282848"/>
            <a:ext cx="273675" cy="273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91" name="Google Shape;391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14925" y="3764548"/>
            <a:ext cx="273675" cy="273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Google Shape;396;p37"/>
          <p:cNvSpPr txBox="1"/>
          <p:nvPr/>
        </p:nvSpPr>
        <p:spPr>
          <a:xfrm>
            <a:off x="748722" y="752976"/>
            <a:ext cx="6075600" cy="45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500" dirty="0">
                <a:solidFill>
                  <a:srgbClr val="51AFDB"/>
                </a:solidFill>
                <a:latin typeface="Audiowide"/>
                <a:ea typeface="Audiowide"/>
                <a:cs typeface="Audiowide"/>
                <a:sym typeface="Audiowide"/>
              </a:rPr>
              <a:t>Modelo spine-leaf:  </a:t>
            </a:r>
            <a:r>
              <a:rPr lang="en" sz="2500" dirty="0">
                <a:solidFill>
                  <a:srgbClr val="FFFFFF"/>
                </a:solidFill>
                <a:latin typeface="Audiowide"/>
                <a:ea typeface="Audiowide"/>
                <a:cs typeface="Audiowide"/>
                <a:sym typeface="Audiowide"/>
              </a:rPr>
              <a:t>Border leaf </a:t>
            </a:r>
            <a:endParaRPr sz="2500" dirty="0">
              <a:solidFill>
                <a:srgbClr val="FFFFFF"/>
              </a:solidFill>
              <a:latin typeface="Audiowide"/>
              <a:ea typeface="Audiowide"/>
              <a:cs typeface="Audiowide"/>
              <a:sym typeface="Audiowide"/>
            </a:endParaRPr>
          </a:p>
        </p:txBody>
      </p:sp>
      <p:sp>
        <p:nvSpPr>
          <p:cNvPr id="397" name="Google Shape;397;p37"/>
          <p:cNvSpPr txBox="1"/>
          <p:nvPr/>
        </p:nvSpPr>
        <p:spPr>
          <a:xfrm>
            <a:off x="1386750" y="1629045"/>
            <a:ext cx="30000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51AFDB"/>
                </a:solidFill>
                <a:latin typeface="Karla"/>
                <a:ea typeface="Karla"/>
                <a:cs typeface="Karla"/>
                <a:sym typeface="Karla"/>
              </a:rPr>
              <a:t>Leaf especializado para el exterior</a:t>
            </a:r>
            <a:endParaRPr sz="1100" dirty="0">
              <a:solidFill>
                <a:srgbClr val="51AFDB"/>
              </a:solidFill>
              <a:latin typeface="Karla"/>
              <a:ea typeface="Karla"/>
              <a:cs typeface="Karla"/>
              <a:sym typeface="Karla"/>
            </a:endParaRPr>
          </a:p>
        </p:txBody>
      </p:sp>
      <p:sp>
        <p:nvSpPr>
          <p:cNvPr id="398" name="Google Shape;398;p37"/>
          <p:cNvSpPr txBox="1"/>
          <p:nvPr/>
        </p:nvSpPr>
        <p:spPr>
          <a:xfrm>
            <a:off x="1386750" y="1803345"/>
            <a:ext cx="64326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Karla Light"/>
                <a:ea typeface="Karla Light"/>
                <a:cs typeface="Karla Light"/>
                <a:sym typeface="Karla Light"/>
              </a:rPr>
              <a:t>Conecta la red Spine-Leaf interna con Internet, redes WAN o centros de datos externos.</a:t>
            </a:r>
            <a:endParaRPr sz="1300" dirty="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</p:txBody>
      </p:sp>
      <p:sp>
        <p:nvSpPr>
          <p:cNvPr id="399" name="Google Shape;399;p37"/>
          <p:cNvSpPr txBox="1"/>
          <p:nvPr/>
        </p:nvSpPr>
        <p:spPr>
          <a:xfrm>
            <a:off x="1393100" y="2279605"/>
            <a:ext cx="30000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51AFDB"/>
                </a:solidFill>
                <a:latin typeface="Karla"/>
                <a:ea typeface="Karla"/>
                <a:cs typeface="Karla"/>
                <a:sym typeface="Karla"/>
              </a:rPr>
              <a:t>Punto de control del tráfico externo</a:t>
            </a:r>
            <a:endParaRPr sz="1100" dirty="0">
              <a:solidFill>
                <a:srgbClr val="51AFDB"/>
              </a:solidFill>
              <a:latin typeface="Karla"/>
              <a:ea typeface="Karla"/>
              <a:cs typeface="Karla"/>
              <a:sym typeface="Karla"/>
            </a:endParaRPr>
          </a:p>
        </p:txBody>
      </p:sp>
      <p:sp>
        <p:nvSpPr>
          <p:cNvPr id="400" name="Google Shape;400;p37"/>
          <p:cNvSpPr txBox="1"/>
          <p:nvPr/>
        </p:nvSpPr>
        <p:spPr>
          <a:xfrm>
            <a:off x="1393100" y="2463955"/>
            <a:ext cx="6865800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Karla Light"/>
                <a:ea typeface="Karla Light"/>
                <a:cs typeface="Karla Light"/>
                <a:sym typeface="Karla Light"/>
              </a:rPr>
              <a:t>Filtra y redirige tráfico que entra o sale</a:t>
            </a:r>
            <a:endParaRPr sz="110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0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</p:txBody>
      </p:sp>
      <p:sp>
        <p:nvSpPr>
          <p:cNvPr id="401" name="Google Shape;401;p37"/>
          <p:cNvSpPr txBox="1"/>
          <p:nvPr/>
        </p:nvSpPr>
        <p:spPr>
          <a:xfrm>
            <a:off x="1374325" y="2884913"/>
            <a:ext cx="30000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51AFDB"/>
                </a:solidFill>
                <a:latin typeface="Karla"/>
                <a:ea typeface="Karla"/>
                <a:cs typeface="Karla"/>
                <a:sym typeface="Karla"/>
              </a:rPr>
              <a:t>Función clave en redes virtualizadas y cloud</a:t>
            </a:r>
            <a:endParaRPr sz="1100">
              <a:solidFill>
                <a:srgbClr val="51AFDB"/>
              </a:solidFill>
              <a:latin typeface="Karla"/>
              <a:ea typeface="Karla"/>
              <a:cs typeface="Karla"/>
              <a:sym typeface="Karla"/>
            </a:endParaRPr>
          </a:p>
        </p:txBody>
      </p:sp>
      <p:sp>
        <p:nvSpPr>
          <p:cNvPr id="402" name="Google Shape;402;p37"/>
          <p:cNvSpPr txBox="1"/>
          <p:nvPr/>
        </p:nvSpPr>
        <p:spPr>
          <a:xfrm>
            <a:off x="1396275" y="3097575"/>
            <a:ext cx="6997500" cy="74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FFFFFF"/>
                </a:solidFill>
                <a:latin typeface="Karla Light"/>
                <a:ea typeface="Karla Light"/>
                <a:cs typeface="Karla Light"/>
                <a:sym typeface="Karla Light"/>
              </a:rPr>
              <a:t>Traduce entre dominios físicos y virtuales, y conecta redes segmentadas o superpuestas. Es común que trabaje con firewalls, IDS/IPS y controladores SDN.</a:t>
            </a:r>
            <a:endParaRPr sz="1100" dirty="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00" dirty="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</p:txBody>
      </p:sp>
      <p:grpSp>
        <p:nvGrpSpPr>
          <p:cNvPr id="403" name="Google Shape;403;p37"/>
          <p:cNvGrpSpPr/>
          <p:nvPr/>
        </p:nvGrpSpPr>
        <p:grpSpPr>
          <a:xfrm>
            <a:off x="470766" y="756548"/>
            <a:ext cx="450470" cy="449325"/>
            <a:chOff x="-20946600" y="3317850"/>
            <a:chExt cx="304825" cy="304050"/>
          </a:xfrm>
        </p:grpSpPr>
        <p:sp>
          <p:nvSpPr>
            <p:cNvPr id="404" name="Google Shape;404;p37"/>
            <p:cNvSpPr/>
            <p:nvPr/>
          </p:nvSpPr>
          <p:spPr>
            <a:xfrm>
              <a:off x="-20946600" y="3317850"/>
              <a:ext cx="232350" cy="248925"/>
            </a:xfrm>
            <a:custGeom>
              <a:avLst/>
              <a:gdLst/>
              <a:ahLst/>
              <a:cxnLst/>
              <a:rect l="l" t="t" r="r" b="b"/>
              <a:pathLst>
                <a:path w="9294" h="9957" extrusionOk="0">
                  <a:moveTo>
                    <a:pt x="4631" y="1"/>
                  </a:moveTo>
                  <a:cubicBezTo>
                    <a:pt x="3340" y="1"/>
                    <a:pt x="2268" y="977"/>
                    <a:pt x="2142" y="2237"/>
                  </a:cubicBezTo>
                  <a:cubicBezTo>
                    <a:pt x="1292" y="2521"/>
                    <a:pt x="693" y="3340"/>
                    <a:pt x="693" y="4254"/>
                  </a:cubicBezTo>
                  <a:cubicBezTo>
                    <a:pt x="693" y="4695"/>
                    <a:pt x="819" y="5073"/>
                    <a:pt x="1040" y="5451"/>
                  </a:cubicBezTo>
                  <a:cubicBezTo>
                    <a:pt x="378" y="5923"/>
                    <a:pt x="0" y="6648"/>
                    <a:pt x="0" y="7499"/>
                  </a:cubicBezTo>
                  <a:cubicBezTo>
                    <a:pt x="0" y="8853"/>
                    <a:pt x="1134" y="9956"/>
                    <a:pt x="2520" y="9956"/>
                  </a:cubicBezTo>
                  <a:lnTo>
                    <a:pt x="4316" y="9956"/>
                  </a:lnTo>
                  <a:lnTo>
                    <a:pt x="4316" y="8349"/>
                  </a:lnTo>
                  <a:lnTo>
                    <a:pt x="2962" y="7026"/>
                  </a:lnTo>
                  <a:cubicBezTo>
                    <a:pt x="2804" y="6869"/>
                    <a:pt x="2804" y="6648"/>
                    <a:pt x="2962" y="6491"/>
                  </a:cubicBezTo>
                  <a:cubicBezTo>
                    <a:pt x="3040" y="6412"/>
                    <a:pt x="3135" y="6372"/>
                    <a:pt x="3229" y="6372"/>
                  </a:cubicBezTo>
                  <a:cubicBezTo>
                    <a:pt x="3324" y="6372"/>
                    <a:pt x="3418" y="6412"/>
                    <a:pt x="3497" y="6491"/>
                  </a:cubicBezTo>
                  <a:lnTo>
                    <a:pt x="4316" y="7341"/>
                  </a:lnTo>
                  <a:lnTo>
                    <a:pt x="4316" y="5482"/>
                  </a:lnTo>
                  <a:lnTo>
                    <a:pt x="2962" y="4128"/>
                  </a:lnTo>
                  <a:cubicBezTo>
                    <a:pt x="2804" y="3970"/>
                    <a:pt x="2804" y="3781"/>
                    <a:pt x="2962" y="3624"/>
                  </a:cubicBezTo>
                  <a:cubicBezTo>
                    <a:pt x="3040" y="3545"/>
                    <a:pt x="3135" y="3505"/>
                    <a:pt x="3229" y="3505"/>
                  </a:cubicBezTo>
                  <a:cubicBezTo>
                    <a:pt x="3324" y="3505"/>
                    <a:pt x="3418" y="3545"/>
                    <a:pt x="3497" y="3624"/>
                  </a:cubicBezTo>
                  <a:lnTo>
                    <a:pt x="4316" y="4443"/>
                  </a:lnTo>
                  <a:lnTo>
                    <a:pt x="4316" y="2458"/>
                  </a:lnTo>
                  <a:cubicBezTo>
                    <a:pt x="4316" y="2237"/>
                    <a:pt x="4474" y="2080"/>
                    <a:pt x="4663" y="2080"/>
                  </a:cubicBezTo>
                  <a:cubicBezTo>
                    <a:pt x="4852" y="2080"/>
                    <a:pt x="5009" y="2237"/>
                    <a:pt x="5009" y="2458"/>
                  </a:cubicBezTo>
                  <a:lnTo>
                    <a:pt x="5009" y="5860"/>
                  </a:lnTo>
                  <a:lnTo>
                    <a:pt x="5860" y="5041"/>
                  </a:lnTo>
                  <a:cubicBezTo>
                    <a:pt x="5939" y="4963"/>
                    <a:pt x="6025" y="4923"/>
                    <a:pt x="6112" y="4923"/>
                  </a:cubicBezTo>
                  <a:cubicBezTo>
                    <a:pt x="6199" y="4923"/>
                    <a:pt x="6285" y="4963"/>
                    <a:pt x="6364" y="5041"/>
                  </a:cubicBezTo>
                  <a:cubicBezTo>
                    <a:pt x="6522" y="5199"/>
                    <a:pt x="6522" y="5388"/>
                    <a:pt x="6364" y="5545"/>
                  </a:cubicBezTo>
                  <a:lnTo>
                    <a:pt x="5009" y="6900"/>
                  </a:lnTo>
                  <a:lnTo>
                    <a:pt x="5009" y="9956"/>
                  </a:lnTo>
                  <a:lnTo>
                    <a:pt x="6805" y="9956"/>
                  </a:lnTo>
                  <a:cubicBezTo>
                    <a:pt x="8160" y="9956"/>
                    <a:pt x="9294" y="8853"/>
                    <a:pt x="9294" y="7499"/>
                  </a:cubicBezTo>
                  <a:cubicBezTo>
                    <a:pt x="9294" y="6648"/>
                    <a:pt x="8884" y="5923"/>
                    <a:pt x="8223" y="5451"/>
                  </a:cubicBezTo>
                  <a:cubicBezTo>
                    <a:pt x="8443" y="5073"/>
                    <a:pt x="8569" y="4695"/>
                    <a:pt x="8569" y="4254"/>
                  </a:cubicBezTo>
                  <a:cubicBezTo>
                    <a:pt x="8569" y="3340"/>
                    <a:pt x="7971" y="2521"/>
                    <a:pt x="7120" y="2237"/>
                  </a:cubicBezTo>
                  <a:cubicBezTo>
                    <a:pt x="6994" y="977"/>
                    <a:pt x="5923" y="1"/>
                    <a:pt x="4631" y="1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5" name="Google Shape;405;p37"/>
            <p:cNvSpPr/>
            <p:nvPr/>
          </p:nvSpPr>
          <p:spPr>
            <a:xfrm>
              <a:off x="-20775700" y="3318650"/>
              <a:ext cx="133925" cy="249700"/>
            </a:xfrm>
            <a:custGeom>
              <a:avLst/>
              <a:gdLst/>
              <a:ahLst/>
              <a:cxnLst/>
              <a:rect l="l" t="t" r="r" b="b"/>
              <a:pathLst>
                <a:path w="5357" h="9988" extrusionOk="0">
                  <a:moveTo>
                    <a:pt x="694" y="0"/>
                  </a:moveTo>
                  <a:cubicBezTo>
                    <a:pt x="473" y="0"/>
                    <a:pt x="253" y="32"/>
                    <a:pt x="1" y="126"/>
                  </a:cubicBezTo>
                  <a:cubicBezTo>
                    <a:pt x="473" y="567"/>
                    <a:pt x="820" y="1103"/>
                    <a:pt x="977" y="1764"/>
                  </a:cubicBezTo>
                  <a:cubicBezTo>
                    <a:pt x="1891" y="2300"/>
                    <a:pt x="2490" y="3245"/>
                    <a:pt x="2490" y="4285"/>
                  </a:cubicBezTo>
                  <a:cubicBezTo>
                    <a:pt x="2490" y="4663"/>
                    <a:pt x="2395" y="4978"/>
                    <a:pt x="2269" y="5293"/>
                  </a:cubicBezTo>
                  <a:cubicBezTo>
                    <a:pt x="2836" y="5860"/>
                    <a:pt x="3183" y="6648"/>
                    <a:pt x="3183" y="7498"/>
                  </a:cubicBezTo>
                  <a:cubicBezTo>
                    <a:pt x="3183" y="8506"/>
                    <a:pt x="2710" y="9389"/>
                    <a:pt x="1985" y="9987"/>
                  </a:cubicBezTo>
                  <a:lnTo>
                    <a:pt x="2836" y="9987"/>
                  </a:lnTo>
                  <a:cubicBezTo>
                    <a:pt x="4222" y="9987"/>
                    <a:pt x="5325" y="8853"/>
                    <a:pt x="5325" y="7498"/>
                  </a:cubicBezTo>
                  <a:cubicBezTo>
                    <a:pt x="5357" y="6679"/>
                    <a:pt x="4915" y="5891"/>
                    <a:pt x="4285" y="5450"/>
                  </a:cubicBezTo>
                  <a:cubicBezTo>
                    <a:pt x="4537" y="5104"/>
                    <a:pt x="4632" y="4694"/>
                    <a:pt x="4632" y="4253"/>
                  </a:cubicBezTo>
                  <a:cubicBezTo>
                    <a:pt x="4632" y="3340"/>
                    <a:pt x="4065" y="2520"/>
                    <a:pt x="3183" y="2237"/>
                  </a:cubicBezTo>
                  <a:cubicBezTo>
                    <a:pt x="3057" y="977"/>
                    <a:pt x="2017" y="0"/>
                    <a:pt x="694" y="0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" name="Google Shape;406;p37"/>
            <p:cNvSpPr/>
            <p:nvPr/>
          </p:nvSpPr>
          <p:spPr>
            <a:xfrm>
              <a:off x="-20890700" y="3586425"/>
              <a:ext cx="195375" cy="35475"/>
            </a:xfrm>
            <a:custGeom>
              <a:avLst/>
              <a:gdLst/>
              <a:ahLst/>
              <a:cxnLst/>
              <a:rect l="l" t="t" r="r" b="b"/>
              <a:pathLst>
                <a:path w="7815" h="1419" extrusionOk="0">
                  <a:moveTo>
                    <a:pt x="2112" y="1"/>
                  </a:moveTo>
                  <a:lnTo>
                    <a:pt x="2112" y="725"/>
                  </a:lnTo>
                  <a:lnTo>
                    <a:pt x="347" y="725"/>
                  </a:lnTo>
                  <a:cubicBezTo>
                    <a:pt x="158" y="725"/>
                    <a:pt x="1" y="883"/>
                    <a:pt x="1" y="1072"/>
                  </a:cubicBezTo>
                  <a:cubicBezTo>
                    <a:pt x="1" y="1261"/>
                    <a:pt x="158" y="1418"/>
                    <a:pt x="347" y="1418"/>
                  </a:cubicBezTo>
                  <a:lnTo>
                    <a:pt x="7468" y="1418"/>
                  </a:lnTo>
                  <a:cubicBezTo>
                    <a:pt x="7657" y="1418"/>
                    <a:pt x="7814" y="1261"/>
                    <a:pt x="7814" y="1072"/>
                  </a:cubicBezTo>
                  <a:cubicBezTo>
                    <a:pt x="7814" y="883"/>
                    <a:pt x="7625" y="725"/>
                    <a:pt x="7436" y="725"/>
                  </a:cubicBezTo>
                  <a:lnTo>
                    <a:pt x="5672" y="725"/>
                  </a:lnTo>
                  <a:lnTo>
                    <a:pt x="5672" y="1"/>
                  </a:lnTo>
                  <a:lnTo>
                    <a:pt x="4947" y="1"/>
                  </a:lnTo>
                  <a:lnTo>
                    <a:pt x="4947" y="725"/>
                  </a:lnTo>
                  <a:lnTo>
                    <a:pt x="2836" y="725"/>
                  </a:lnTo>
                  <a:lnTo>
                    <a:pt x="2836" y="1"/>
                  </a:ln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407" name="Google Shape;407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54700" y="1731411"/>
            <a:ext cx="354000" cy="35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08" name="Google Shape;408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54700" y="2361046"/>
            <a:ext cx="354000" cy="354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09" name="Google Shape;409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42275" y="2998029"/>
            <a:ext cx="354000" cy="354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p38"/>
          <p:cNvSpPr txBox="1"/>
          <p:nvPr/>
        </p:nvSpPr>
        <p:spPr>
          <a:xfrm>
            <a:off x="1787900" y="605315"/>
            <a:ext cx="4941900" cy="45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dirty="0">
                <a:solidFill>
                  <a:srgbClr val="51AFDB"/>
                </a:solidFill>
                <a:latin typeface="Khand"/>
                <a:ea typeface="Khand"/>
                <a:cs typeface="Khand"/>
                <a:sym typeface="Khand"/>
              </a:rPr>
              <a:t>Separación por zonas funcionales</a:t>
            </a:r>
            <a:endParaRPr sz="3000" dirty="0">
              <a:solidFill>
                <a:srgbClr val="51AFDB"/>
              </a:solidFill>
              <a:latin typeface="Khand"/>
              <a:ea typeface="Khand"/>
              <a:cs typeface="Khand"/>
              <a:sym typeface="Khand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500" dirty="0">
              <a:solidFill>
                <a:srgbClr val="51AFDB"/>
              </a:solidFill>
              <a:latin typeface="Audiowide"/>
              <a:ea typeface="Audiowide"/>
              <a:cs typeface="Audiowide"/>
              <a:sym typeface="Audiowide"/>
            </a:endParaRPr>
          </a:p>
        </p:txBody>
      </p:sp>
      <p:grpSp>
        <p:nvGrpSpPr>
          <p:cNvPr id="455" name="Google Shape;455;p38"/>
          <p:cNvGrpSpPr/>
          <p:nvPr/>
        </p:nvGrpSpPr>
        <p:grpSpPr>
          <a:xfrm>
            <a:off x="1347099" y="427960"/>
            <a:ext cx="351910" cy="354710"/>
            <a:chOff x="-25094250" y="3176075"/>
            <a:chExt cx="295400" cy="297750"/>
          </a:xfrm>
        </p:grpSpPr>
        <p:sp>
          <p:nvSpPr>
            <p:cNvPr id="456" name="Google Shape;456;p38"/>
            <p:cNvSpPr/>
            <p:nvPr/>
          </p:nvSpPr>
          <p:spPr>
            <a:xfrm>
              <a:off x="-24989225" y="3176075"/>
              <a:ext cx="87200" cy="122500"/>
            </a:xfrm>
            <a:custGeom>
              <a:avLst/>
              <a:gdLst/>
              <a:ahLst/>
              <a:cxnLst/>
              <a:rect l="l" t="t" r="r" b="b"/>
              <a:pathLst>
                <a:path w="3488" h="4900" extrusionOk="0">
                  <a:moveTo>
                    <a:pt x="1408" y="1"/>
                  </a:moveTo>
                  <a:lnTo>
                    <a:pt x="1408" y="1922"/>
                  </a:lnTo>
                  <a:cubicBezTo>
                    <a:pt x="1408" y="2647"/>
                    <a:pt x="998" y="3277"/>
                    <a:pt x="463" y="3561"/>
                  </a:cubicBezTo>
                  <a:cubicBezTo>
                    <a:pt x="211" y="3655"/>
                    <a:pt x="53" y="3907"/>
                    <a:pt x="22" y="4128"/>
                  </a:cubicBezTo>
                  <a:cubicBezTo>
                    <a:pt x="1" y="4609"/>
                    <a:pt x="369" y="4896"/>
                    <a:pt x="738" y="4896"/>
                  </a:cubicBezTo>
                  <a:cubicBezTo>
                    <a:pt x="925" y="4896"/>
                    <a:pt x="1113" y="4822"/>
                    <a:pt x="1250" y="4663"/>
                  </a:cubicBezTo>
                  <a:cubicBezTo>
                    <a:pt x="1361" y="4506"/>
                    <a:pt x="1557" y="4427"/>
                    <a:pt x="1754" y="4427"/>
                  </a:cubicBezTo>
                  <a:cubicBezTo>
                    <a:pt x="1951" y="4427"/>
                    <a:pt x="2148" y="4506"/>
                    <a:pt x="2258" y="4663"/>
                  </a:cubicBezTo>
                  <a:cubicBezTo>
                    <a:pt x="2411" y="4826"/>
                    <a:pt x="2604" y="4899"/>
                    <a:pt x="2792" y="4899"/>
                  </a:cubicBezTo>
                  <a:cubicBezTo>
                    <a:pt x="3149" y="4899"/>
                    <a:pt x="3487" y="4635"/>
                    <a:pt x="3487" y="4222"/>
                  </a:cubicBezTo>
                  <a:cubicBezTo>
                    <a:pt x="3487" y="3939"/>
                    <a:pt x="3330" y="3718"/>
                    <a:pt x="3109" y="3592"/>
                  </a:cubicBezTo>
                  <a:cubicBezTo>
                    <a:pt x="2479" y="3277"/>
                    <a:pt x="2101" y="2710"/>
                    <a:pt x="2101" y="2143"/>
                  </a:cubicBezTo>
                  <a:lnTo>
                    <a:pt x="2101" y="32"/>
                  </a:lnTo>
                  <a:cubicBezTo>
                    <a:pt x="2006" y="32"/>
                    <a:pt x="1880" y="1"/>
                    <a:pt x="1754" y="1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7" name="Google Shape;457;p38"/>
            <p:cNvSpPr/>
            <p:nvPr/>
          </p:nvSpPr>
          <p:spPr>
            <a:xfrm>
              <a:off x="-25094250" y="3179225"/>
              <a:ext cx="295400" cy="291450"/>
            </a:xfrm>
            <a:custGeom>
              <a:avLst/>
              <a:gdLst/>
              <a:ahLst/>
              <a:cxnLst/>
              <a:rect l="l" t="t" r="r" b="b"/>
              <a:pathLst>
                <a:path w="11816" h="11658" extrusionOk="0">
                  <a:moveTo>
                    <a:pt x="4884" y="1"/>
                  </a:moveTo>
                  <a:cubicBezTo>
                    <a:pt x="2143" y="505"/>
                    <a:pt x="1" y="2899"/>
                    <a:pt x="1" y="5829"/>
                  </a:cubicBezTo>
                  <a:cubicBezTo>
                    <a:pt x="1" y="8696"/>
                    <a:pt x="2143" y="11153"/>
                    <a:pt x="4884" y="11657"/>
                  </a:cubicBezTo>
                  <a:lnTo>
                    <a:pt x="4884" y="9799"/>
                  </a:lnTo>
                  <a:cubicBezTo>
                    <a:pt x="4884" y="9358"/>
                    <a:pt x="4664" y="8980"/>
                    <a:pt x="4349" y="8822"/>
                  </a:cubicBezTo>
                  <a:cubicBezTo>
                    <a:pt x="3876" y="8633"/>
                    <a:pt x="3561" y="8160"/>
                    <a:pt x="3530" y="7625"/>
                  </a:cubicBezTo>
                  <a:cubicBezTo>
                    <a:pt x="3446" y="6731"/>
                    <a:pt x="4186" y="6180"/>
                    <a:pt x="4925" y="6180"/>
                  </a:cubicBezTo>
                  <a:cubicBezTo>
                    <a:pt x="5306" y="6180"/>
                    <a:pt x="5687" y="6327"/>
                    <a:pt x="5955" y="6648"/>
                  </a:cubicBezTo>
                  <a:cubicBezTo>
                    <a:pt x="6188" y="6316"/>
                    <a:pt x="6553" y="6163"/>
                    <a:pt x="6929" y="6163"/>
                  </a:cubicBezTo>
                  <a:cubicBezTo>
                    <a:pt x="7621" y="6163"/>
                    <a:pt x="8350" y="6684"/>
                    <a:pt x="8350" y="7562"/>
                  </a:cubicBezTo>
                  <a:cubicBezTo>
                    <a:pt x="8350" y="8066"/>
                    <a:pt x="8035" y="8570"/>
                    <a:pt x="7562" y="8822"/>
                  </a:cubicBezTo>
                  <a:cubicBezTo>
                    <a:pt x="7184" y="9011"/>
                    <a:pt x="6995" y="9326"/>
                    <a:pt x="6995" y="9641"/>
                  </a:cubicBezTo>
                  <a:lnTo>
                    <a:pt x="6995" y="11657"/>
                  </a:lnTo>
                  <a:cubicBezTo>
                    <a:pt x="9736" y="11153"/>
                    <a:pt x="11815" y="8728"/>
                    <a:pt x="11815" y="5829"/>
                  </a:cubicBezTo>
                  <a:cubicBezTo>
                    <a:pt x="11815" y="2899"/>
                    <a:pt x="9736" y="505"/>
                    <a:pt x="6995" y="1"/>
                  </a:cubicBezTo>
                  <a:lnTo>
                    <a:pt x="6995" y="2017"/>
                  </a:lnTo>
                  <a:cubicBezTo>
                    <a:pt x="6995" y="2364"/>
                    <a:pt x="7216" y="2679"/>
                    <a:pt x="7562" y="2836"/>
                  </a:cubicBezTo>
                  <a:cubicBezTo>
                    <a:pt x="8035" y="3057"/>
                    <a:pt x="8350" y="3529"/>
                    <a:pt x="8350" y="4096"/>
                  </a:cubicBezTo>
                  <a:cubicBezTo>
                    <a:pt x="8350" y="4945"/>
                    <a:pt x="7656" y="5495"/>
                    <a:pt x="6948" y="5495"/>
                  </a:cubicBezTo>
                  <a:cubicBezTo>
                    <a:pt x="6578" y="5495"/>
                    <a:pt x="6205" y="5345"/>
                    <a:pt x="5924" y="5010"/>
                  </a:cubicBezTo>
                  <a:cubicBezTo>
                    <a:pt x="5691" y="5321"/>
                    <a:pt x="5310" y="5471"/>
                    <a:pt x="4919" y="5471"/>
                  </a:cubicBezTo>
                  <a:cubicBezTo>
                    <a:pt x="4200" y="5471"/>
                    <a:pt x="3448" y="4961"/>
                    <a:pt x="3530" y="4002"/>
                  </a:cubicBezTo>
                  <a:cubicBezTo>
                    <a:pt x="3561" y="3498"/>
                    <a:pt x="3876" y="3057"/>
                    <a:pt x="4349" y="2836"/>
                  </a:cubicBezTo>
                  <a:cubicBezTo>
                    <a:pt x="4664" y="2679"/>
                    <a:pt x="4884" y="2269"/>
                    <a:pt x="4884" y="1859"/>
                  </a:cubicBezTo>
                  <a:lnTo>
                    <a:pt x="4884" y="1"/>
                  </a:ln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8" name="Google Shape;458;p38"/>
            <p:cNvSpPr/>
            <p:nvPr/>
          </p:nvSpPr>
          <p:spPr>
            <a:xfrm>
              <a:off x="-24989225" y="3350975"/>
              <a:ext cx="87200" cy="122850"/>
            </a:xfrm>
            <a:custGeom>
              <a:avLst/>
              <a:gdLst/>
              <a:ahLst/>
              <a:cxnLst/>
              <a:rect l="l" t="t" r="r" b="b"/>
              <a:pathLst>
                <a:path w="3488" h="4914" extrusionOk="0">
                  <a:moveTo>
                    <a:pt x="2777" y="1"/>
                  </a:moveTo>
                  <a:cubicBezTo>
                    <a:pt x="2589" y="1"/>
                    <a:pt x="2399" y="77"/>
                    <a:pt x="2258" y="251"/>
                  </a:cubicBezTo>
                  <a:cubicBezTo>
                    <a:pt x="2148" y="408"/>
                    <a:pt x="1951" y="487"/>
                    <a:pt x="1754" y="487"/>
                  </a:cubicBezTo>
                  <a:cubicBezTo>
                    <a:pt x="1557" y="487"/>
                    <a:pt x="1361" y="408"/>
                    <a:pt x="1250" y="251"/>
                  </a:cubicBezTo>
                  <a:cubicBezTo>
                    <a:pt x="1122" y="91"/>
                    <a:pt x="936" y="17"/>
                    <a:pt x="748" y="17"/>
                  </a:cubicBezTo>
                  <a:cubicBezTo>
                    <a:pt x="379" y="17"/>
                    <a:pt x="1" y="297"/>
                    <a:pt x="22" y="755"/>
                  </a:cubicBezTo>
                  <a:cubicBezTo>
                    <a:pt x="22" y="1007"/>
                    <a:pt x="242" y="1227"/>
                    <a:pt x="463" y="1353"/>
                  </a:cubicBezTo>
                  <a:cubicBezTo>
                    <a:pt x="1061" y="1637"/>
                    <a:pt x="1408" y="2267"/>
                    <a:pt x="1408" y="2960"/>
                  </a:cubicBezTo>
                  <a:lnTo>
                    <a:pt x="1408" y="4914"/>
                  </a:lnTo>
                  <a:cubicBezTo>
                    <a:pt x="1534" y="4851"/>
                    <a:pt x="1660" y="4851"/>
                    <a:pt x="1754" y="4851"/>
                  </a:cubicBezTo>
                  <a:lnTo>
                    <a:pt x="2101" y="4851"/>
                  </a:lnTo>
                  <a:lnTo>
                    <a:pt x="2101" y="2771"/>
                  </a:lnTo>
                  <a:cubicBezTo>
                    <a:pt x="2101" y="2141"/>
                    <a:pt x="2479" y="1606"/>
                    <a:pt x="3109" y="1322"/>
                  </a:cubicBezTo>
                  <a:cubicBezTo>
                    <a:pt x="3330" y="1196"/>
                    <a:pt x="3487" y="975"/>
                    <a:pt x="3487" y="692"/>
                  </a:cubicBezTo>
                  <a:cubicBezTo>
                    <a:pt x="3487" y="279"/>
                    <a:pt x="3135" y="1"/>
                    <a:pt x="2777" y="1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5" name="Imagen 4">
            <a:extLst>
              <a:ext uri="{FF2B5EF4-FFF2-40B4-BE49-F238E27FC236}">
                <a16:creationId xmlns:a16="http://schemas.microsoft.com/office/drawing/2014/main" id="{5D79496A-86BD-FD0A-480D-E54157F2B9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35400" y="984631"/>
            <a:ext cx="4889433" cy="407314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7" name="Google Shape;477;p3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76450" y="1785954"/>
            <a:ext cx="2268531" cy="2268531"/>
          </a:xfrm>
          <a:prstGeom prst="rect">
            <a:avLst/>
          </a:prstGeom>
          <a:noFill/>
          <a:ln>
            <a:noFill/>
          </a:ln>
        </p:spPr>
      </p:pic>
      <p:sp>
        <p:nvSpPr>
          <p:cNvPr id="478" name="Google Shape;478;p39"/>
          <p:cNvSpPr txBox="1"/>
          <p:nvPr/>
        </p:nvSpPr>
        <p:spPr>
          <a:xfrm>
            <a:off x="1197525" y="426275"/>
            <a:ext cx="6075600" cy="45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rgbClr val="51AFDB"/>
                </a:solidFill>
                <a:latin typeface="Khand"/>
                <a:ea typeface="Khand"/>
                <a:cs typeface="Khand"/>
                <a:sym typeface="Khand"/>
              </a:rPr>
              <a:t>Zona desmilitarizada</a:t>
            </a:r>
            <a:endParaRPr sz="3000">
              <a:solidFill>
                <a:srgbClr val="FFFFFF"/>
              </a:solidFill>
              <a:latin typeface="Khand"/>
              <a:ea typeface="Khand"/>
              <a:cs typeface="Khand"/>
              <a:sym typeface="Khand"/>
            </a:endParaRPr>
          </a:p>
        </p:txBody>
      </p:sp>
      <p:grpSp>
        <p:nvGrpSpPr>
          <p:cNvPr id="479" name="Google Shape;479;p39"/>
          <p:cNvGrpSpPr/>
          <p:nvPr/>
        </p:nvGrpSpPr>
        <p:grpSpPr>
          <a:xfrm>
            <a:off x="766697" y="422365"/>
            <a:ext cx="351880" cy="351910"/>
            <a:chOff x="-26573400" y="3546250"/>
            <a:chExt cx="295375" cy="295400"/>
          </a:xfrm>
        </p:grpSpPr>
        <p:sp>
          <p:nvSpPr>
            <p:cNvPr id="480" name="Google Shape;480;p39"/>
            <p:cNvSpPr/>
            <p:nvPr/>
          </p:nvSpPr>
          <p:spPr>
            <a:xfrm>
              <a:off x="-26464700" y="3599225"/>
              <a:ext cx="77200" cy="38425"/>
            </a:xfrm>
            <a:custGeom>
              <a:avLst/>
              <a:gdLst/>
              <a:ahLst/>
              <a:cxnLst/>
              <a:rect l="l" t="t" r="r" b="b"/>
              <a:pathLst>
                <a:path w="3088" h="1537" extrusionOk="0">
                  <a:moveTo>
                    <a:pt x="1532" y="1"/>
                  </a:moveTo>
                  <a:cubicBezTo>
                    <a:pt x="1001" y="1"/>
                    <a:pt x="473" y="103"/>
                    <a:pt x="0" y="308"/>
                  </a:cubicBezTo>
                  <a:lnTo>
                    <a:pt x="693" y="1537"/>
                  </a:lnTo>
                  <a:cubicBezTo>
                    <a:pt x="946" y="1442"/>
                    <a:pt x="1229" y="1379"/>
                    <a:pt x="1544" y="1379"/>
                  </a:cubicBezTo>
                  <a:cubicBezTo>
                    <a:pt x="1859" y="1379"/>
                    <a:pt x="2143" y="1442"/>
                    <a:pt x="2426" y="1537"/>
                  </a:cubicBezTo>
                  <a:lnTo>
                    <a:pt x="3088" y="308"/>
                  </a:lnTo>
                  <a:cubicBezTo>
                    <a:pt x="2600" y="103"/>
                    <a:pt x="2064" y="1"/>
                    <a:pt x="1532" y="1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" name="Google Shape;481;p39"/>
            <p:cNvSpPr/>
            <p:nvPr/>
          </p:nvSpPr>
          <p:spPr>
            <a:xfrm>
              <a:off x="-26434775" y="3686450"/>
              <a:ext cx="17350" cy="17350"/>
            </a:xfrm>
            <a:custGeom>
              <a:avLst/>
              <a:gdLst/>
              <a:ahLst/>
              <a:cxnLst/>
              <a:rect l="l" t="t" r="r" b="b"/>
              <a:pathLst>
                <a:path w="694" h="694" extrusionOk="0">
                  <a:moveTo>
                    <a:pt x="347" y="1"/>
                  </a:moveTo>
                  <a:cubicBezTo>
                    <a:pt x="158" y="1"/>
                    <a:pt x="1" y="127"/>
                    <a:pt x="1" y="347"/>
                  </a:cubicBezTo>
                  <a:cubicBezTo>
                    <a:pt x="1" y="536"/>
                    <a:pt x="158" y="694"/>
                    <a:pt x="347" y="694"/>
                  </a:cubicBezTo>
                  <a:cubicBezTo>
                    <a:pt x="536" y="694"/>
                    <a:pt x="694" y="536"/>
                    <a:pt x="694" y="347"/>
                  </a:cubicBezTo>
                  <a:cubicBezTo>
                    <a:pt x="694" y="127"/>
                    <a:pt x="536" y="1"/>
                    <a:pt x="347" y="1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" name="Google Shape;482;p39"/>
            <p:cNvSpPr/>
            <p:nvPr/>
          </p:nvSpPr>
          <p:spPr>
            <a:xfrm>
              <a:off x="-26520625" y="3703775"/>
              <a:ext cx="55950" cy="67775"/>
            </a:xfrm>
            <a:custGeom>
              <a:avLst/>
              <a:gdLst/>
              <a:ahLst/>
              <a:cxnLst/>
              <a:rect l="l" t="t" r="r" b="b"/>
              <a:pathLst>
                <a:path w="2238" h="2711" extrusionOk="0">
                  <a:moveTo>
                    <a:pt x="1387" y="1"/>
                  </a:moveTo>
                  <a:lnTo>
                    <a:pt x="1" y="32"/>
                  </a:lnTo>
                  <a:cubicBezTo>
                    <a:pt x="127" y="1104"/>
                    <a:pt x="662" y="2080"/>
                    <a:pt x="1544" y="2710"/>
                  </a:cubicBezTo>
                  <a:lnTo>
                    <a:pt x="2237" y="1545"/>
                  </a:lnTo>
                  <a:cubicBezTo>
                    <a:pt x="1765" y="1135"/>
                    <a:pt x="1450" y="600"/>
                    <a:pt x="1387" y="1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" name="Google Shape;483;p39"/>
            <p:cNvSpPr/>
            <p:nvPr/>
          </p:nvSpPr>
          <p:spPr>
            <a:xfrm>
              <a:off x="-26387525" y="3703000"/>
              <a:ext cx="55950" cy="67750"/>
            </a:xfrm>
            <a:custGeom>
              <a:avLst/>
              <a:gdLst/>
              <a:ahLst/>
              <a:cxnLst/>
              <a:rect l="l" t="t" r="r" b="b"/>
              <a:pathLst>
                <a:path w="2238" h="2710" extrusionOk="0">
                  <a:moveTo>
                    <a:pt x="851" y="0"/>
                  </a:moveTo>
                  <a:cubicBezTo>
                    <a:pt x="757" y="631"/>
                    <a:pt x="473" y="1166"/>
                    <a:pt x="1" y="1544"/>
                  </a:cubicBezTo>
                  <a:lnTo>
                    <a:pt x="694" y="2710"/>
                  </a:lnTo>
                  <a:cubicBezTo>
                    <a:pt x="1576" y="2080"/>
                    <a:pt x="2112" y="1103"/>
                    <a:pt x="2238" y="32"/>
                  </a:cubicBezTo>
                  <a:lnTo>
                    <a:pt x="851" y="0"/>
                  </a:ln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" name="Google Shape;484;p39"/>
            <p:cNvSpPr/>
            <p:nvPr/>
          </p:nvSpPr>
          <p:spPr>
            <a:xfrm>
              <a:off x="-26573400" y="3546250"/>
              <a:ext cx="295375" cy="295400"/>
            </a:xfrm>
            <a:custGeom>
              <a:avLst/>
              <a:gdLst/>
              <a:ahLst/>
              <a:cxnLst/>
              <a:rect l="l" t="t" r="r" b="b"/>
              <a:pathLst>
                <a:path w="11815" h="11816" extrusionOk="0">
                  <a:moveTo>
                    <a:pt x="5876" y="1419"/>
                  </a:moveTo>
                  <a:cubicBezTo>
                    <a:pt x="6632" y="1419"/>
                    <a:pt x="7389" y="1608"/>
                    <a:pt x="8066" y="1986"/>
                  </a:cubicBezTo>
                  <a:cubicBezTo>
                    <a:pt x="8223" y="2049"/>
                    <a:pt x="8286" y="2301"/>
                    <a:pt x="8192" y="2458"/>
                  </a:cubicBezTo>
                  <a:lnTo>
                    <a:pt x="7152" y="4254"/>
                  </a:lnTo>
                  <a:cubicBezTo>
                    <a:pt x="7110" y="4361"/>
                    <a:pt x="6980" y="4439"/>
                    <a:pt x="6852" y="4439"/>
                  </a:cubicBezTo>
                  <a:cubicBezTo>
                    <a:pt x="6791" y="4439"/>
                    <a:pt x="6731" y="4421"/>
                    <a:pt x="6680" y="4380"/>
                  </a:cubicBezTo>
                  <a:cubicBezTo>
                    <a:pt x="6428" y="4238"/>
                    <a:pt x="6136" y="4167"/>
                    <a:pt x="5841" y="4167"/>
                  </a:cubicBezTo>
                  <a:cubicBezTo>
                    <a:pt x="5546" y="4167"/>
                    <a:pt x="5246" y="4238"/>
                    <a:pt x="4978" y="4380"/>
                  </a:cubicBezTo>
                  <a:cubicBezTo>
                    <a:pt x="4929" y="4400"/>
                    <a:pt x="4872" y="4411"/>
                    <a:pt x="4816" y="4411"/>
                  </a:cubicBezTo>
                  <a:cubicBezTo>
                    <a:pt x="4694" y="4411"/>
                    <a:pt x="4570" y="4362"/>
                    <a:pt x="4506" y="4254"/>
                  </a:cubicBezTo>
                  <a:lnTo>
                    <a:pt x="3498" y="2458"/>
                  </a:lnTo>
                  <a:cubicBezTo>
                    <a:pt x="3466" y="2301"/>
                    <a:pt x="3529" y="2080"/>
                    <a:pt x="3687" y="1986"/>
                  </a:cubicBezTo>
                  <a:cubicBezTo>
                    <a:pt x="4364" y="1608"/>
                    <a:pt x="5120" y="1419"/>
                    <a:pt x="5876" y="1419"/>
                  </a:cubicBezTo>
                  <a:close/>
                  <a:moveTo>
                    <a:pt x="5861" y="4916"/>
                  </a:moveTo>
                  <a:cubicBezTo>
                    <a:pt x="6459" y="4916"/>
                    <a:pt x="6869" y="5388"/>
                    <a:pt x="6869" y="5955"/>
                  </a:cubicBezTo>
                  <a:cubicBezTo>
                    <a:pt x="6869" y="6554"/>
                    <a:pt x="6396" y="6964"/>
                    <a:pt x="5861" y="6964"/>
                  </a:cubicBezTo>
                  <a:cubicBezTo>
                    <a:pt x="5294" y="6964"/>
                    <a:pt x="4821" y="6491"/>
                    <a:pt x="4821" y="5955"/>
                  </a:cubicBezTo>
                  <a:cubicBezTo>
                    <a:pt x="4821" y="5357"/>
                    <a:pt x="5294" y="4916"/>
                    <a:pt x="5861" y="4916"/>
                  </a:cubicBezTo>
                  <a:close/>
                  <a:moveTo>
                    <a:pt x="3813" y="5609"/>
                  </a:moveTo>
                  <a:cubicBezTo>
                    <a:pt x="4065" y="5640"/>
                    <a:pt x="4159" y="5735"/>
                    <a:pt x="4159" y="5955"/>
                  </a:cubicBezTo>
                  <a:cubicBezTo>
                    <a:pt x="4159" y="6522"/>
                    <a:pt x="4474" y="7090"/>
                    <a:pt x="5010" y="7405"/>
                  </a:cubicBezTo>
                  <a:cubicBezTo>
                    <a:pt x="5136" y="7531"/>
                    <a:pt x="5230" y="7720"/>
                    <a:pt x="5104" y="7877"/>
                  </a:cubicBezTo>
                  <a:lnTo>
                    <a:pt x="4033" y="9641"/>
                  </a:lnTo>
                  <a:cubicBezTo>
                    <a:pt x="3991" y="9748"/>
                    <a:pt x="3861" y="9826"/>
                    <a:pt x="3733" y="9826"/>
                  </a:cubicBezTo>
                  <a:cubicBezTo>
                    <a:pt x="3672" y="9826"/>
                    <a:pt x="3612" y="9808"/>
                    <a:pt x="3561" y="9767"/>
                  </a:cubicBezTo>
                  <a:cubicBezTo>
                    <a:pt x="2238" y="8948"/>
                    <a:pt x="1418" y="7531"/>
                    <a:pt x="1355" y="5987"/>
                  </a:cubicBezTo>
                  <a:cubicBezTo>
                    <a:pt x="1355" y="5798"/>
                    <a:pt x="1544" y="5640"/>
                    <a:pt x="1733" y="5640"/>
                  </a:cubicBezTo>
                  <a:lnTo>
                    <a:pt x="3813" y="5609"/>
                  </a:lnTo>
                  <a:close/>
                  <a:moveTo>
                    <a:pt x="8003" y="5640"/>
                  </a:moveTo>
                  <a:lnTo>
                    <a:pt x="10082" y="5672"/>
                  </a:lnTo>
                  <a:cubicBezTo>
                    <a:pt x="10271" y="5672"/>
                    <a:pt x="10429" y="5829"/>
                    <a:pt x="10429" y="6018"/>
                  </a:cubicBezTo>
                  <a:cubicBezTo>
                    <a:pt x="10397" y="7562"/>
                    <a:pt x="9547" y="8980"/>
                    <a:pt x="8223" y="9799"/>
                  </a:cubicBezTo>
                  <a:cubicBezTo>
                    <a:pt x="8168" y="9844"/>
                    <a:pt x="8100" y="9865"/>
                    <a:pt x="8033" y="9865"/>
                  </a:cubicBezTo>
                  <a:cubicBezTo>
                    <a:pt x="7911" y="9865"/>
                    <a:pt x="7792" y="9795"/>
                    <a:pt x="7751" y="9673"/>
                  </a:cubicBezTo>
                  <a:lnTo>
                    <a:pt x="6680" y="7909"/>
                  </a:lnTo>
                  <a:cubicBezTo>
                    <a:pt x="6554" y="7751"/>
                    <a:pt x="6648" y="7531"/>
                    <a:pt x="6806" y="7436"/>
                  </a:cubicBezTo>
                  <a:cubicBezTo>
                    <a:pt x="7310" y="7121"/>
                    <a:pt x="7625" y="6585"/>
                    <a:pt x="7625" y="5987"/>
                  </a:cubicBezTo>
                  <a:cubicBezTo>
                    <a:pt x="7625" y="5829"/>
                    <a:pt x="7751" y="5672"/>
                    <a:pt x="8003" y="5640"/>
                  </a:cubicBezTo>
                  <a:close/>
                  <a:moveTo>
                    <a:pt x="5892" y="1"/>
                  </a:moveTo>
                  <a:cubicBezTo>
                    <a:pt x="2616" y="1"/>
                    <a:pt x="1" y="2679"/>
                    <a:pt x="1" y="5924"/>
                  </a:cubicBezTo>
                  <a:cubicBezTo>
                    <a:pt x="1" y="9137"/>
                    <a:pt x="2679" y="11815"/>
                    <a:pt x="5892" y="11815"/>
                  </a:cubicBezTo>
                  <a:cubicBezTo>
                    <a:pt x="9169" y="11815"/>
                    <a:pt x="11815" y="9137"/>
                    <a:pt x="11815" y="5924"/>
                  </a:cubicBezTo>
                  <a:cubicBezTo>
                    <a:pt x="11815" y="2679"/>
                    <a:pt x="9137" y="1"/>
                    <a:pt x="5892" y="1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85" name="Google Shape;485;p39"/>
          <p:cNvGrpSpPr/>
          <p:nvPr/>
        </p:nvGrpSpPr>
        <p:grpSpPr>
          <a:xfrm>
            <a:off x="2217029" y="831428"/>
            <a:ext cx="4036590" cy="3941676"/>
            <a:chOff x="2256567" y="677103"/>
            <a:chExt cx="4036590" cy="3941676"/>
          </a:xfrm>
        </p:grpSpPr>
        <p:sp>
          <p:nvSpPr>
            <p:cNvPr id="486" name="Google Shape;486;p39"/>
            <p:cNvSpPr/>
            <p:nvPr/>
          </p:nvSpPr>
          <p:spPr>
            <a:xfrm rot="-6597333">
              <a:off x="4296826" y="3950027"/>
              <a:ext cx="586303" cy="586303"/>
            </a:xfrm>
            <a:prstGeom prst="ellipse">
              <a:avLst/>
            </a:prstGeom>
            <a:solidFill>
              <a:srgbClr val="A1C2F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" name="Google Shape;487;p39"/>
            <p:cNvSpPr/>
            <p:nvPr/>
          </p:nvSpPr>
          <p:spPr>
            <a:xfrm rot="-6599386">
              <a:off x="2318596" y="1407533"/>
              <a:ext cx="440541" cy="440541"/>
            </a:xfrm>
            <a:prstGeom prst="ellipse">
              <a:avLst/>
            </a:prstGeom>
            <a:solidFill>
              <a:srgbClr val="A1C2F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" name="Google Shape;488;p39"/>
            <p:cNvSpPr/>
            <p:nvPr/>
          </p:nvSpPr>
          <p:spPr>
            <a:xfrm rot="-6598839">
              <a:off x="2887641" y="2346984"/>
              <a:ext cx="1199287" cy="1199287"/>
            </a:xfrm>
            <a:prstGeom prst="ellipse">
              <a:avLst/>
            </a:prstGeom>
            <a:solidFill>
              <a:srgbClr val="A1C2F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9" name="Google Shape;489;p39"/>
            <p:cNvSpPr/>
            <p:nvPr/>
          </p:nvSpPr>
          <p:spPr>
            <a:xfrm rot="-6598620">
              <a:off x="4374916" y="913763"/>
              <a:ext cx="1681581" cy="1681581"/>
            </a:xfrm>
            <a:prstGeom prst="ellipse">
              <a:avLst/>
            </a:prstGeom>
            <a:solidFill>
              <a:srgbClr val="A1C2F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0" name="Google Shape;490;p39"/>
            <p:cNvSpPr/>
            <p:nvPr/>
          </p:nvSpPr>
          <p:spPr>
            <a:xfrm rot="-6597866">
              <a:off x="2661829" y="2208216"/>
              <a:ext cx="629106" cy="629106"/>
            </a:xfrm>
            <a:prstGeom prst="ellipse">
              <a:avLst/>
            </a:pr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" name="Google Shape;491;p39"/>
            <p:cNvSpPr/>
            <p:nvPr/>
          </p:nvSpPr>
          <p:spPr>
            <a:xfrm rot="-6597701">
              <a:off x="3267625" y="1113818"/>
              <a:ext cx="274172" cy="274172"/>
            </a:xfrm>
            <a:prstGeom prst="ellipse">
              <a:avLst/>
            </a:prstGeom>
            <a:solidFill>
              <a:srgbClr val="A1C2F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492" name="Google Shape;492;p39"/>
          <p:cNvGrpSpPr/>
          <p:nvPr/>
        </p:nvGrpSpPr>
        <p:grpSpPr>
          <a:xfrm>
            <a:off x="4407656" y="1970091"/>
            <a:ext cx="2440200" cy="2440200"/>
            <a:chOff x="4447194" y="1815766"/>
            <a:chExt cx="2440200" cy="2440200"/>
          </a:xfrm>
        </p:grpSpPr>
        <p:sp>
          <p:nvSpPr>
            <p:cNvPr id="493" name="Google Shape;493;p39"/>
            <p:cNvSpPr/>
            <p:nvPr/>
          </p:nvSpPr>
          <p:spPr>
            <a:xfrm>
              <a:off x="4447194" y="1815766"/>
              <a:ext cx="2440200" cy="2440200"/>
            </a:xfrm>
            <a:prstGeom prst="ellipse">
              <a:avLst/>
            </a:prstGeom>
            <a:solidFill>
              <a:srgbClr val="10355F"/>
            </a:solidFill>
            <a:ln>
              <a:noFill/>
            </a:ln>
            <a:effectLst>
              <a:outerShdw blurRad="228600" dist="50800" dir="5400000" algn="tl" rotWithShape="0">
                <a:srgbClr val="000000">
                  <a:alpha val="549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4" name="Google Shape;494;p39"/>
            <p:cNvSpPr txBox="1"/>
            <p:nvPr/>
          </p:nvSpPr>
          <p:spPr>
            <a:xfrm>
              <a:off x="4669665" y="2711428"/>
              <a:ext cx="2124426" cy="125296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 dirty="0">
                  <a:solidFill>
                    <a:srgbClr val="51AFDB"/>
                  </a:solidFill>
                  <a:latin typeface="Karla"/>
                  <a:ea typeface="Karla"/>
                  <a:cs typeface="Karla"/>
                  <a:sym typeface="Karla"/>
                </a:rPr>
                <a:t>Zona accesible</a:t>
              </a:r>
              <a:endParaRPr sz="1000" dirty="0">
                <a:solidFill>
                  <a:srgbClr val="51AFDB"/>
                </a:solidFill>
                <a:latin typeface="Karla"/>
                <a:ea typeface="Karla"/>
                <a:cs typeface="Karla"/>
                <a:sym typeface="Karla"/>
              </a:endParaRPr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 dirty="0">
                  <a:solidFill>
                    <a:srgbClr val="51AFDB"/>
                  </a:solidFill>
                  <a:latin typeface="Karla"/>
                  <a:ea typeface="Karla"/>
                  <a:cs typeface="Karla"/>
                  <a:sym typeface="Karla"/>
                </a:rPr>
                <a:t> desde el exterior</a:t>
              </a:r>
              <a:endParaRPr sz="1000" dirty="0">
                <a:solidFill>
                  <a:srgbClr val="51AFDB"/>
                </a:solidFill>
                <a:latin typeface="Karla"/>
                <a:ea typeface="Karla"/>
                <a:cs typeface="Karla"/>
                <a:sym typeface="Karla"/>
              </a:endParaRPr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 dirty="0">
                  <a:solidFill>
                    <a:srgbClr val="FFFFFF"/>
                  </a:solidFill>
                  <a:latin typeface="Karla Light"/>
                  <a:ea typeface="Karla Light"/>
                  <a:cs typeface="Karla Light"/>
                  <a:sym typeface="Karla Light"/>
                </a:rPr>
                <a:t>Es una subred diseñada para alojar servicios públicos como portales web o apps para pacientes externos.</a:t>
              </a:r>
              <a:endParaRPr sz="1000" dirty="0">
                <a:solidFill>
                  <a:srgbClr val="FFFFFF"/>
                </a:solidFill>
                <a:latin typeface="Karla Light"/>
                <a:ea typeface="Karla Light"/>
                <a:cs typeface="Karla Light"/>
                <a:sym typeface="Karla Light"/>
              </a:endParaRPr>
            </a:p>
          </p:txBody>
        </p:sp>
      </p:grpSp>
      <p:sp>
        <p:nvSpPr>
          <p:cNvPr id="495" name="Google Shape;495;p39"/>
          <p:cNvSpPr/>
          <p:nvPr/>
        </p:nvSpPr>
        <p:spPr>
          <a:xfrm>
            <a:off x="3261525" y="1396450"/>
            <a:ext cx="1891800" cy="1923300"/>
          </a:xfrm>
          <a:prstGeom prst="ellipse">
            <a:avLst/>
          </a:prstGeom>
          <a:solidFill>
            <a:srgbClr val="10355F"/>
          </a:solidFill>
          <a:ln>
            <a:noFill/>
          </a:ln>
          <a:effectLst>
            <a:outerShdw blurRad="228600" dist="50800" dir="5400000" algn="tl" rotWithShape="0">
              <a:srgbClr val="000000">
                <a:alpha val="549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6" name="Google Shape;496;p39"/>
          <p:cNvSpPr/>
          <p:nvPr/>
        </p:nvSpPr>
        <p:spPr>
          <a:xfrm>
            <a:off x="3061150" y="3092625"/>
            <a:ext cx="1623900" cy="1575300"/>
          </a:xfrm>
          <a:prstGeom prst="ellipse">
            <a:avLst/>
          </a:prstGeom>
          <a:solidFill>
            <a:srgbClr val="4F81BD"/>
          </a:solidFill>
          <a:ln>
            <a:noFill/>
          </a:ln>
          <a:effectLst>
            <a:outerShdw blurRad="228600" dist="50800" dir="5400000" algn="tl" rotWithShape="0">
              <a:srgbClr val="000000">
                <a:alpha val="549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7" name="Google Shape;497;p39"/>
          <p:cNvSpPr/>
          <p:nvPr/>
        </p:nvSpPr>
        <p:spPr>
          <a:xfrm>
            <a:off x="5540128" y="621813"/>
            <a:ext cx="1856803" cy="1780785"/>
          </a:xfrm>
          <a:prstGeom prst="ellipse">
            <a:avLst/>
          </a:prstGeom>
          <a:solidFill>
            <a:srgbClr val="4F81BD"/>
          </a:solidFill>
          <a:ln>
            <a:noFill/>
          </a:ln>
          <a:effectLst>
            <a:outerShdw blurRad="228600" dist="50800" dir="5400000" algn="tl" rotWithShape="0">
              <a:srgbClr val="000000">
                <a:alpha val="549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8" name="Google Shape;498;p39"/>
          <p:cNvSpPr txBox="1"/>
          <p:nvPr/>
        </p:nvSpPr>
        <p:spPr>
          <a:xfrm>
            <a:off x="3350955" y="2016798"/>
            <a:ext cx="1623900" cy="103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dirty="0">
                <a:solidFill>
                  <a:srgbClr val="51AFDB"/>
                </a:solidFill>
                <a:latin typeface="Karla"/>
                <a:ea typeface="Karla"/>
                <a:cs typeface="Karla"/>
                <a:sym typeface="Karla"/>
              </a:rPr>
              <a:t> Doble protección</a:t>
            </a:r>
            <a:endParaRPr sz="900" dirty="0">
              <a:solidFill>
                <a:srgbClr val="51AFDB"/>
              </a:solidFill>
              <a:latin typeface="Karla"/>
              <a:ea typeface="Karla"/>
              <a:cs typeface="Karla"/>
              <a:sym typeface="Karla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dirty="0">
                <a:solidFill>
                  <a:srgbClr val="FFFFFF"/>
                </a:solidFill>
                <a:latin typeface="Karla Light"/>
                <a:ea typeface="Karla Light"/>
                <a:cs typeface="Karla Light"/>
                <a:sym typeface="Karla Light"/>
              </a:rPr>
              <a:t>Fortinet filtra tráfico desde Internet hacia la DMZ.</a:t>
            </a:r>
            <a:endParaRPr sz="900" dirty="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dirty="0">
                <a:solidFill>
                  <a:srgbClr val="FFFFFF"/>
                </a:solidFill>
                <a:latin typeface="Karla Light"/>
                <a:ea typeface="Karla Light"/>
                <a:cs typeface="Karla Light"/>
                <a:sym typeface="Karla Light"/>
              </a:rPr>
              <a:t>Palo Alto controla lo que la DMZ puede alcanzar internamente.</a:t>
            </a:r>
            <a:endParaRPr sz="900" dirty="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900" dirty="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</p:txBody>
      </p:sp>
      <p:sp>
        <p:nvSpPr>
          <p:cNvPr id="499" name="Google Shape;499;p39"/>
          <p:cNvSpPr txBox="1"/>
          <p:nvPr/>
        </p:nvSpPr>
        <p:spPr>
          <a:xfrm>
            <a:off x="3076312" y="3589706"/>
            <a:ext cx="1623900" cy="103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dirty="0">
                <a:solidFill>
                  <a:srgbClr val="51AFDB"/>
                </a:solidFill>
                <a:latin typeface="Karla"/>
                <a:ea typeface="Karla"/>
                <a:cs typeface="Karla"/>
                <a:sym typeface="Karla"/>
              </a:rPr>
              <a:t>Zona de contención de amenazas</a:t>
            </a:r>
            <a:endParaRPr sz="900" dirty="0">
              <a:solidFill>
                <a:srgbClr val="51AFDB"/>
              </a:solidFill>
              <a:latin typeface="Karla"/>
              <a:ea typeface="Karla"/>
              <a:cs typeface="Karla"/>
              <a:sym typeface="Karla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dirty="0">
                <a:solidFill>
                  <a:srgbClr val="FFFFFF"/>
                </a:solidFill>
                <a:latin typeface="Karla Light"/>
                <a:ea typeface="Karla Light"/>
                <a:cs typeface="Karla Light"/>
                <a:sym typeface="Karla Light"/>
              </a:rPr>
              <a:t>Si un servicio de la DMZ es atacado, el daño queda confinado</a:t>
            </a:r>
            <a:endParaRPr sz="900" dirty="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900" dirty="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</p:txBody>
      </p:sp>
      <p:sp>
        <p:nvSpPr>
          <p:cNvPr id="500" name="Google Shape;500;p39"/>
          <p:cNvSpPr txBox="1"/>
          <p:nvPr/>
        </p:nvSpPr>
        <p:spPr>
          <a:xfrm>
            <a:off x="5655734" y="1096503"/>
            <a:ext cx="1625590" cy="1199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dirty="0">
                <a:solidFill>
                  <a:srgbClr val="51AFDB"/>
                </a:solidFill>
                <a:latin typeface="Karla"/>
                <a:ea typeface="Karla"/>
                <a:cs typeface="Karla"/>
                <a:sym typeface="Karla"/>
              </a:rPr>
              <a:t>Escalable y </a:t>
            </a:r>
            <a:endParaRPr sz="900" dirty="0">
              <a:solidFill>
                <a:srgbClr val="51AFDB"/>
              </a:solidFill>
              <a:latin typeface="Karla"/>
              <a:ea typeface="Karla"/>
              <a:cs typeface="Karla"/>
              <a:sym typeface="Karla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dirty="0">
                <a:solidFill>
                  <a:srgbClr val="51AFDB"/>
                </a:solidFill>
                <a:latin typeface="Karla"/>
                <a:ea typeface="Karla"/>
                <a:cs typeface="Karla"/>
                <a:sym typeface="Karla"/>
              </a:rPr>
              <a:t>segura por diseño</a:t>
            </a:r>
            <a:endParaRPr sz="900" dirty="0">
              <a:solidFill>
                <a:srgbClr val="51AFDB"/>
              </a:solidFill>
              <a:latin typeface="Karla"/>
              <a:ea typeface="Karla"/>
              <a:cs typeface="Karla"/>
              <a:sym typeface="Karla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dirty="0">
                <a:solidFill>
                  <a:srgbClr val="FFFFFF"/>
                </a:solidFill>
                <a:latin typeface="Karla Light"/>
                <a:ea typeface="Karla Light"/>
                <a:cs typeface="Karla Light"/>
                <a:sym typeface="Karla Light"/>
              </a:rPr>
              <a:t>Pueden añadirse más servicios externos sin comprometer el rendimiento ni la seguridad del resto de la red.</a:t>
            </a:r>
            <a:endParaRPr sz="900" dirty="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900" dirty="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</p:txBody>
      </p:sp>
      <p:sp>
        <p:nvSpPr>
          <p:cNvPr id="501" name="Google Shape;501;p39"/>
          <p:cNvSpPr/>
          <p:nvPr/>
        </p:nvSpPr>
        <p:spPr>
          <a:xfrm>
            <a:off x="3691330" y="3264545"/>
            <a:ext cx="356556" cy="349557"/>
          </a:xfrm>
          <a:custGeom>
            <a:avLst/>
            <a:gdLst/>
            <a:ahLst/>
            <a:cxnLst/>
            <a:rect l="l" t="t" r="r" b="b"/>
            <a:pathLst>
              <a:path w="11972" h="11737" extrusionOk="0">
                <a:moveTo>
                  <a:pt x="3214" y="5522"/>
                </a:moveTo>
                <a:cubicBezTo>
                  <a:pt x="3403" y="5522"/>
                  <a:pt x="3560" y="5679"/>
                  <a:pt x="3560" y="5868"/>
                </a:cubicBezTo>
                <a:cubicBezTo>
                  <a:pt x="3560" y="6057"/>
                  <a:pt x="3403" y="6215"/>
                  <a:pt x="3214" y="6215"/>
                </a:cubicBezTo>
                <a:cubicBezTo>
                  <a:pt x="3024" y="6215"/>
                  <a:pt x="2867" y="6057"/>
                  <a:pt x="2867" y="5868"/>
                </a:cubicBezTo>
                <a:cubicBezTo>
                  <a:pt x="2867" y="5679"/>
                  <a:pt x="3024" y="5522"/>
                  <a:pt x="3214" y="5522"/>
                </a:cubicBezTo>
                <a:close/>
                <a:moveTo>
                  <a:pt x="5986" y="2749"/>
                </a:moveTo>
                <a:cubicBezTo>
                  <a:pt x="6931" y="2749"/>
                  <a:pt x="7719" y="3537"/>
                  <a:pt x="7719" y="4482"/>
                </a:cubicBezTo>
                <a:cubicBezTo>
                  <a:pt x="7719" y="5427"/>
                  <a:pt x="6963" y="6215"/>
                  <a:pt x="5986" y="6215"/>
                </a:cubicBezTo>
                <a:cubicBezTo>
                  <a:pt x="5041" y="6215"/>
                  <a:pt x="4253" y="5427"/>
                  <a:pt x="4253" y="4482"/>
                </a:cubicBezTo>
                <a:cubicBezTo>
                  <a:pt x="4253" y="3537"/>
                  <a:pt x="5041" y="2749"/>
                  <a:pt x="5986" y="2749"/>
                </a:cubicBezTo>
                <a:close/>
                <a:moveTo>
                  <a:pt x="8790" y="5522"/>
                </a:moveTo>
                <a:cubicBezTo>
                  <a:pt x="8979" y="5522"/>
                  <a:pt x="9136" y="5679"/>
                  <a:pt x="9136" y="5868"/>
                </a:cubicBezTo>
                <a:cubicBezTo>
                  <a:pt x="9136" y="6057"/>
                  <a:pt x="8979" y="6215"/>
                  <a:pt x="8790" y="6215"/>
                </a:cubicBezTo>
                <a:cubicBezTo>
                  <a:pt x="8569" y="6215"/>
                  <a:pt x="8412" y="6057"/>
                  <a:pt x="8412" y="5868"/>
                </a:cubicBezTo>
                <a:cubicBezTo>
                  <a:pt x="8412" y="5679"/>
                  <a:pt x="8569" y="5522"/>
                  <a:pt x="8790" y="5522"/>
                </a:cubicBezTo>
                <a:close/>
                <a:moveTo>
                  <a:pt x="4600" y="7601"/>
                </a:moveTo>
                <a:cubicBezTo>
                  <a:pt x="4789" y="7601"/>
                  <a:pt x="4946" y="7759"/>
                  <a:pt x="4946" y="7948"/>
                </a:cubicBezTo>
                <a:cubicBezTo>
                  <a:pt x="4946" y="8168"/>
                  <a:pt x="4789" y="8326"/>
                  <a:pt x="4600" y="8326"/>
                </a:cubicBezTo>
                <a:cubicBezTo>
                  <a:pt x="4411" y="8326"/>
                  <a:pt x="4253" y="8168"/>
                  <a:pt x="4253" y="7948"/>
                </a:cubicBezTo>
                <a:cubicBezTo>
                  <a:pt x="4253" y="7759"/>
                  <a:pt x="4411" y="7601"/>
                  <a:pt x="4600" y="7601"/>
                </a:cubicBezTo>
                <a:close/>
                <a:moveTo>
                  <a:pt x="6679" y="6939"/>
                </a:moveTo>
                <a:cubicBezTo>
                  <a:pt x="7278" y="6939"/>
                  <a:pt x="7719" y="7412"/>
                  <a:pt x="7719" y="7948"/>
                </a:cubicBezTo>
                <a:cubicBezTo>
                  <a:pt x="7719" y="8515"/>
                  <a:pt x="7246" y="8987"/>
                  <a:pt x="6679" y="8987"/>
                </a:cubicBezTo>
                <a:cubicBezTo>
                  <a:pt x="6080" y="8987"/>
                  <a:pt x="5671" y="8515"/>
                  <a:pt x="5671" y="7948"/>
                </a:cubicBezTo>
                <a:cubicBezTo>
                  <a:pt x="5671" y="7412"/>
                  <a:pt x="6143" y="6939"/>
                  <a:pt x="6679" y="6939"/>
                </a:cubicBezTo>
                <a:close/>
                <a:moveTo>
                  <a:pt x="5309" y="1"/>
                </a:moveTo>
                <a:cubicBezTo>
                  <a:pt x="5222" y="1"/>
                  <a:pt x="5135" y="24"/>
                  <a:pt x="5072" y="71"/>
                </a:cubicBezTo>
                <a:cubicBezTo>
                  <a:pt x="4946" y="197"/>
                  <a:pt x="4946" y="449"/>
                  <a:pt x="5072" y="544"/>
                </a:cubicBezTo>
                <a:cubicBezTo>
                  <a:pt x="5356" y="828"/>
                  <a:pt x="5545" y="1080"/>
                  <a:pt x="5639" y="1363"/>
                </a:cubicBezTo>
                <a:cubicBezTo>
                  <a:pt x="5356" y="1426"/>
                  <a:pt x="5041" y="1458"/>
                  <a:pt x="4757" y="1552"/>
                </a:cubicBezTo>
                <a:cubicBezTo>
                  <a:pt x="4474" y="1017"/>
                  <a:pt x="4096" y="796"/>
                  <a:pt x="3592" y="576"/>
                </a:cubicBezTo>
                <a:cubicBezTo>
                  <a:pt x="3552" y="560"/>
                  <a:pt x="3507" y="552"/>
                  <a:pt x="3460" y="552"/>
                </a:cubicBezTo>
                <a:cubicBezTo>
                  <a:pt x="3320" y="552"/>
                  <a:pt x="3166" y="623"/>
                  <a:pt x="3119" y="765"/>
                </a:cubicBezTo>
                <a:cubicBezTo>
                  <a:pt x="3024" y="922"/>
                  <a:pt x="3119" y="1143"/>
                  <a:pt x="3277" y="1206"/>
                </a:cubicBezTo>
                <a:cubicBezTo>
                  <a:pt x="3623" y="1363"/>
                  <a:pt x="3907" y="1552"/>
                  <a:pt x="4064" y="1804"/>
                </a:cubicBezTo>
                <a:cubicBezTo>
                  <a:pt x="3781" y="1930"/>
                  <a:pt x="3529" y="2088"/>
                  <a:pt x="3308" y="2245"/>
                </a:cubicBezTo>
                <a:cubicBezTo>
                  <a:pt x="2867" y="1836"/>
                  <a:pt x="2394" y="1773"/>
                  <a:pt x="1890" y="1741"/>
                </a:cubicBezTo>
                <a:cubicBezTo>
                  <a:pt x="1701" y="1741"/>
                  <a:pt x="1544" y="1836"/>
                  <a:pt x="1481" y="2056"/>
                </a:cubicBezTo>
                <a:cubicBezTo>
                  <a:pt x="1481" y="2245"/>
                  <a:pt x="1607" y="2403"/>
                  <a:pt x="1796" y="2434"/>
                </a:cubicBezTo>
                <a:cubicBezTo>
                  <a:pt x="2205" y="2466"/>
                  <a:pt x="2489" y="2529"/>
                  <a:pt x="2741" y="2718"/>
                </a:cubicBezTo>
                <a:cubicBezTo>
                  <a:pt x="2552" y="2907"/>
                  <a:pt x="2363" y="3159"/>
                  <a:pt x="2205" y="3379"/>
                </a:cubicBezTo>
                <a:cubicBezTo>
                  <a:pt x="1949" y="3294"/>
                  <a:pt x="1725" y="3260"/>
                  <a:pt x="1508" y="3260"/>
                </a:cubicBezTo>
                <a:cubicBezTo>
                  <a:pt x="1243" y="3260"/>
                  <a:pt x="987" y="3310"/>
                  <a:pt x="693" y="3379"/>
                </a:cubicBezTo>
                <a:cubicBezTo>
                  <a:pt x="504" y="3411"/>
                  <a:pt x="441" y="3631"/>
                  <a:pt x="473" y="3821"/>
                </a:cubicBezTo>
                <a:cubicBezTo>
                  <a:pt x="498" y="3970"/>
                  <a:pt x="621" y="4060"/>
                  <a:pt x="781" y="4060"/>
                </a:cubicBezTo>
                <a:cubicBezTo>
                  <a:pt x="823" y="4060"/>
                  <a:pt x="868" y="4054"/>
                  <a:pt x="914" y="4041"/>
                </a:cubicBezTo>
                <a:cubicBezTo>
                  <a:pt x="1160" y="3979"/>
                  <a:pt x="1366" y="3931"/>
                  <a:pt x="1567" y="3931"/>
                </a:cubicBezTo>
                <a:cubicBezTo>
                  <a:pt x="1674" y="3931"/>
                  <a:pt x="1780" y="3945"/>
                  <a:pt x="1890" y="3978"/>
                </a:cubicBezTo>
                <a:cubicBezTo>
                  <a:pt x="1764" y="4262"/>
                  <a:pt x="1638" y="4514"/>
                  <a:pt x="1607" y="4797"/>
                </a:cubicBezTo>
                <a:cubicBezTo>
                  <a:pt x="1071" y="4797"/>
                  <a:pt x="630" y="4986"/>
                  <a:pt x="189" y="5301"/>
                </a:cubicBezTo>
                <a:cubicBezTo>
                  <a:pt x="32" y="5427"/>
                  <a:pt x="0" y="5616"/>
                  <a:pt x="126" y="5774"/>
                </a:cubicBezTo>
                <a:cubicBezTo>
                  <a:pt x="186" y="5874"/>
                  <a:pt x="296" y="5935"/>
                  <a:pt x="409" y="5935"/>
                </a:cubicBezTo>
                <a:cubicBezTo>
                  <a:pt x="474" y="5935"/>
                  <a:pt x="541" y="5915"/>
                  <a:pt x="599" y="5868"/>
                </a:cubicBezTo>
                <a:cubicBezTo>
                  <a:pt x="914" y="5616"/>
                  <a:pt x="1166" y="5459"/>
                  <a:pt x="1481" y="5459"/>
                </a:cubicBezTo>
                <a:cubicBezTo>
                  <a:pt x="1481" y="5585"/>
                  <a:pt x="1449" y="5742"/>
                  <a:pt x="1449" y="5868"/>
                </a:cubicBezTo>
                <a:cubicBezTo>
                  <a:pt x="1449" y="6026"/>
                  <a:pt x="1449" y="6183"/>
                  <a:pt x="1481" y="6341"/>
                </a:cubicBezTo>
                <a:cubicBezTo>
                  <a:pt x="945" y="6530"/>
                  <a:pt x="662" y="6876"/>
                  <a:pt x="347" y="7318"/>
                </a:cubicBezTo>
                <a:cubicBezTo>
                  <a:pt x="221" y="7475"/>
                  <a:pt x="284" y="7664"/>
                  <a:pt x="441" y="7790"/>
                </a:cubicBezTo>
                <a:cubicBezTo>
                  <a:pt x="507" y="7843"/>
                  <a:pt x="584" y="7868"/>
                  <a:pt x="658" y="7868"/>
                </a:cubicBezTo>
                <a:cubicBezTo>
                  <a:pt x="761" y="7868"/>
                  <a:pt x="859" y="7819"/>
                  <a:pt x="914" y="7727"/>
                </a:cubicBezTo>
                <a:cubicBezTo>
                  <a:pt x="1134" y="7349"/>
                  <a:pt x="1323" y="7129"/>
                  <a:pt x="1607" y="7002"/>
                </a:cubicBezTo>
                <a:cubicBezTo>
                  <a:pt x="1701" y="7286"/>
                  <a:pt x="1764" y="7570"/>
                  <a:pt x="1922" y="7822"/>
                </a:cubicBezTo>
                <a:cubicBezTo>
                  <a:pt x="1481" y="8200"/>
                  <a:pt x="1323" y="8609"/>
                  <a:pt x="1166" y="9145"/>
                </a:cubicBezTo>
                <a:cubicBezTo>
                  <a:pt x="1134" y="9334"/>
                  <a:pt x="1260" y="9523"/>
                  <a:pt x="1418" y="9554"/>
                </a:cubicBezTo>
                <a:cubicBezTo>
                  <a:pt x="1452" y="9566"/>
                  <a:pt x="1486" y="9571"/>
                  <a:pt x="1519" y="9571"/>
                </a:cubicBezTo>
                <a:cubicBezTo>
                  <a:pt x="1671" y="9571"/>
                  <a:pt x="1807" y="9463"/>
                  <a:pt x="1859" y="9334"/>
                </a:cubicBezTo>
                <a:cubicBezTo>
                  <a:pt x="1953" y="8924"/>
                  <a:pt x="2048" y="8672"/>
                  <a:pt x="2268" y="8420"/>
                </a:cubicBezTo>
                <a:cubicBezTo>
                  <a:pt x="2426" y="8672"/>
                  <a:pt x="2646" y="8893"/>
                  <a:pt x="2835" y="9082"/>
                </a:cubicBezTo>
                <a:cubicBezTo>
                  <a:pt x="2520" y="9554"/>
                  <a:pt x="2552" y="10027"/>
                  <a:pt x="2583" y="10594"/>
                </a:cubicBezTo>
                <a:cubicBezTo>
                  <a:pt x="2583" y="10783"/>
                  <a:pt x="2741" y="10909"/>
                  <a:pt x="2961" y="10909"/>
                </a:cubicBezTo>
                <a:lnTo>
                  <a:pt x="2993" y="10909"/>
                </a:lnTo>
                <a:cubicBezTo>
                  <a:pt x="3182" y="10909"/>
                  <a:pt x="3308" y="10720"/>
                  <a:pt x="3308" y="10500"/>
                </a:cubicBezTo>
                <a:cubicBezTo>
                  <a:pt x="3277" y="10090"/>
                  <a:pt x="3277" y="9806"/>
                  <a:pt x="3371" y="9523"/>
                </a:cubicBezTo>
                <a:cubicBezTo>
                  <a:pt x="3623" y="9680"/>
                  <a:pt x="3844" y="9838"/>
                  <a:pt x="4127" y="9964"/>
                </a:cubicBezTo>
                <a:cubicBezTo>
                  <a:pt x="4001" y="10500"/>
                  <a:pt x="4159" y="10941"/>
                  <a:pt x="4411" y="11445"/>
                </a:cubicBezTo>
                <a:cubicBezTo>
                  <a:pt x="4452" y="11589"/>
                  <a:pt x="4561" y="11652"/>
                  <a:pt x="4684" y="11652"/>
                </a:cubicBezTo>
                <a:cubicBezTo>
                  <a:pt x="4749" y="11652"/>
                  <a:pt x="4818" y="11635"/>
                  <a:pt x="4883" y="11602"/>
                </a:cubicBezTo>
                <a:cubicBezTo>
                  <a:pt x="5041" y="11539"/>
                  <a:pt x="5104" y="11350"/>
                  <a:pt x="5041" y="11130"/>
                </a:cubicBezTo>
                <a:cubicBezTo>
                  <a:pt x="4883" y="10783"/>
                  <a:pt x="4757" y="10500"/>
                  <a:pt x="4789" y="10184"/>
                </a:cubicBezTo>
                <a:lnTo>
                  <a:pt x="4789" y="10184"/>
                </a:lnTo>
                <a:cubicBezTo>
                  <a:pt x="5072" y="10279"/>
                  <a:pt x="5356" y="10311"/>
                  <a:pt x="5671" y="10342"/>
                </a:cubicBezTo>
                <a:cubicBezTo>
                  <a:pt x="5734" y="10909"/>
                  <a:pt x="6049" y="11256"/>
                  <a:pt x="6427" y="11665"/>
                </a:cubicBezTo>
                <a:cubicBezTo>
                  <a:pt x="6474" y="11712"/>
                  <a:pt x="6561" y="11736"/>
                  <a:pt x="6651" y="11736"/>
                </a:cubicBezTo>
                <a:cubicBezTo>
                  <a:pt x="6742" y="11736"/>
                  <a:pt x="6837" y="11712"/>
                  <a:pt x="6900" y="11665"/>
                </a:cubicBezTo>
                <a:cubicBezTo>
                  <a:pt x="6994" y="11539"/>
                  <a:pt x="6994" y="11287"/>
                  <a:pt x="6900" y="11193"/>
                </a:cubicBezTo>
                <a:cubicBezTo>
                  <a:pt x="6616" y="10909"/>
                  <a:pt x="6427" y="10657"/>
                  <a:pt x="6333" y="10342"/>
                </a:cubicBezTo>
                <a:cubicBezTo>
                  <a:pt x="6616" y="10311"/>
                  <a:pt x="6931" y="10279"/>
                  <a:pt x="7215" y="10184"/>
                </a:cubicBezTo>
                <a:cubicBezTo>
                  <a:pt x="7467" y="10720"/>
                  <a:pt x="7876" y="10941"/>
                  <a:pt x="8380" y="11130"/>
                </a:cubicBezTo>
                <a:cubicBezTo>
                  <a:pt x="8424" y="11156"/>
                  <a:pt x="8474" y="11167"/>
                  <a:pt x="8526" y="11167"/>
                </a:cubicBezTo>
                <a:cubicBezTo>
                  <a:pt x="8662" y="11167"/>
                  <a:pt x="8807" y="11086"/>
                  <a:pt x="8853" y="10972"/>
                </a:cubicBezTo>
                <a:cubicBezTo>
                  <a:pt x="8947" y="10815"/>
                  <a:pt x="8853" y="10594"/>
                  <a:pt x="8695" y="10500"/>
                </a:cubicBezTo>
                <a:cubicBezTo>
                  <a:pt x="8349" y="10374"/>
                  <a:pt x="8065" y="10184"/>
                  <a:pt x="7908" y="9932"/>
                </a:cubicBezTo>
                <a:cubicBezTo>
                  <a:pt x="8191" y="9806"/>
                  <a:pt x="8412" y="9649"/>
                  <a:pt x="8664" y="9491"/>
                </a:cubicBezTo>
                <a:cubicBezTo>
                  <a:pt x="9105" y="9901"/>
                  <a:pt x="9578" y="9964"/>
                  <a:pt x="10082" y="9995"/>
                </a:cubicBezTo>
                <a:lnTo>
                  <a:pt x="10113" y="9995"/>
                </a:lnTo>
                <a:cubicBezTo>
                  <a:pt x="10302" y="9995"/>
                  <a:pt x="10428" y="9869"/>
                  <a:pt x="10460" y="9680"/>
                </a:cubicBezTo>
                <a:cubicBezTo>
                  <a:pt x="10460" y="9491"/>
                  <a:pt x="10365" y="9334"/>
                  <a:pt x="10145" y="9302"/>
                </a:cubicBezTo>
                <a:cubicBezTo>
                  <a:pt x="9767" y="9239"/>
                  <a:pt x="9483" y="9208"/>
                  <a:pt x="9199" y="9019"/>
                </a:cubicBezTo>
                <a:cubicBezTo>
                  <a:pt x="9388" y="8830"/>
                  <a:pt x="9609" y="8578"/>
                  <a:pt x="9767" y="8357"/>
                </a:cubicBezTo>
                <a:cubicBezTo>
                  <a:pt x="9980" y="8437"/>
                  <a:pt x="10181" y="8466"/>
                  <a:pt x="10384" y="8466"/>
                </a:cubicBezTo>
                <a:cubicBezTo>
                  <a:pt x="10660" y="8466"/>
                  <a:pt x="10938" y="8412"/>
                  <a:pt x="11247" y="8357"/>
                </a:cubicBezTo>
                <a:cubicBezTo>
                  <a:pt x="11468" y="8294"/>
                  <a:pt x="11531" y="8105"/>
                  <a:pt x="11499" y="7916"/>
                </a:cubicBezTo>
                <a:cubicBezTo>
                  <a:pt x="11472" y="7751"/>
                  <a:pt x="11300" y="7658"/>
                  <a:pt x="11131" y="7658"/>
                </a:cubicBezTo>
                <a:cubicBezTo>
                  <a:pt x="11107" y="7658"/>
                  <a:pt x="11082" y="7660"/>
                  <a:pt x="11058" y="7664"/>
                </a:cubicBezTo>
                <a:cubicBezTo>
                  <a:pt x="10806" y="7748"/>
                  <a:pt x="10596" y="7804"/>
                  <a:pt x="10391" y="7804"/>
                </a:cubicBezTo>
                <a:cubicBezTo>
                  <a:pt x="10288" y="7804"/>
                  <a:pt x="10187" y="7790"/>
                  <a:pt x="10082" y="7759"/>
                </a:cubicBezTo>
                <a:cubicBezTo>
                  <a:pt x="10208" y="7475"/>
                  <a:pt x="10302" y="7192"/>
                  <a:pt x="10365" y="6939"/>
                </a:cubicBezTo>
                <a:lnTo>
                  <a:pt x="10397" y="6939"/>
                </a:lnTo>
                <a:cubicBezTo>
                  <a:pt x="10932" y="6939"/>
                  <a:pt x="11342" y="6687"/>
                  <a:pt x="11751" y="6372"/>
                </a:cubicBezTo>
                <a:cubicBezTo>
                  <a:pt x="11940" y="6246"/>
                  <a:pt x="11972" y="6057"/>
                  <a:pt x="11846" y="5900"/>
                </a:cubicBezTo>
                <a:cubicBezTo>
                  <a:pt x="11789" y="5843"/>
                  <a:pt x="11687" y="5798"/>
                  <a:pt x="11580" y="5798"/>
                </a:cubicBezTo>
                <a:cubicBezTo>
                  <a:pt x="11509" y="5798"/>
                  <a:pt x="11436" y="5818"/>
                  <a:pt x="11373" y="5868"/>
                </a:cubicBezTo>
                <a:cubicBezTo>
                  <a:pt x="11058" y="6120"/>
                  <a:pt x="10775" y="6278"/>
                  <a:pt x="10460" y="6278"/>
                </a:cubicBezTo>
                <a:cubicBezTo>
                  <a:pt x="10460" y="6152"/>
                  <a:pt x="10491" y="5994"/>
                  <a:pt x="10491" y="5868"/>
                </a:cubicBezTo>
                <a:cubicBezTo>
                  <a:pt x="10491" y="5711"/>
                  <a:pt x="10491" y="5553"/>
                  <a:pt x="10460" y="5396"/>
                </a:cubicBezTo>
                <a:cubicBezTo>
                  <a:pt x="11027" y="5207"/>
                  <a:pt x="11279" y="4860"/>
                  <a:pt x="11594" y="4419"/>
                </a:cubicBezTo>
                <a:cubicBezTo>
                  <a:pt x="11720" y="4262"/>
                  <a:pt x="11688" y="4073"/>
                  <a:pt x="11531" y="3947"/>
                </a:cubicBezTo>
                <a:cubicBezTo>
                  <a:pt x="11465" y="3894"/>
                  <a:pt x="11394" y="3869"/>
                  <a:pt x="11324" y="3869"/>
                </a:cubicBezTo>
                <a:cubicBezTo>
                  <a:pt x="11226" y="3869"/>
                  <a:pt x="11132" y="3918"/>
                  <a:pt x="11058" y="4010"/>
                </a:cubicBezTo>
                <a:cubicBezTo>
                  <a:pt x="10838" y="4388"/>
                  <a:pt x="10617" y="4608"/>
                  <a:pt x="10365" y="4734"/>
                </a:cubicBezTo>
                <a:cubicBezTo>
                  <a:pt x="10271" y="4451"/>
                  <a:pt x="10176" y="4167"/>
                  <a:pt x="10019" y="3915"/>
                </a:cubicBezTo>
                <a:cubicBezTo>
                  <a:pt x="10460" y="3537"/>
                  <a:pt x="10617" y="3127"/>
                  <a:pt x="10775" y="2592"/>
                </a:cubicBezTo>
                <a:cubicBezTo>
                  <a:pt x="10806" y="2403"/>
                  <a:pt x="10712" y="2214"/>
                  <a:pt x="10554" y="2182"/>
                </a:cubicBezTo>
                <a:cubicBezTo>
                  <a:pt x="10520" y="2171"/>
                  <a:pt x="10485" y="2166"/>
                  <a:pt x="10450" y="2166"/>
                </a:cubicBezTo>
                <a:cubicBezTo>
                  <a:pt x="10292" y="2166"/>
                  <a:pt x="10139" y="2274"/>
                  <a:pt x="10113" y="2403"/>
                </a:cubicBezTo>
                <a:cubicBezTo>
                  <a:pt x="9987" y="2812"/>
                  <a:pt x="9924" y="3064"/>
                  <a:pt x="9672" y="3316"/>
                </a:cubicBezTo>
                <a:cubicBezTo>
                  <a:pt x="9515" y="3064"/>
                  <a:pt x="9325" y="2844"/>
                  <a:pt x="9136" y="2655"/>
                </a:cubicBezTo>
                <a:cubicBezTo>
                  <a:pt x="9451" y="2182"/>
                  <a:pt x="9388" y="1710"/>
                  <a:pt x="9357" y="1143"/>
                </a:cubicBezTo>
                <a:cubicBezTo>
                  <a:pt x="9357" y="954"/>
                  <a:pt x="9168" y="828"/>
                  <a:pt x="8979" y="828"/>
                </a:cubicBezTo>
                <a:cubicBezTo>
                  <a:pt x="8790" y="828"/>
                  <a:pt x="8664" y="1017"/>
                  <a:pt x="8664" y="1237"/>
                </a:cubicBezTo>
                <a:cubicBezTo>
                  <a:pt x="8695" y="1647"/>
                  <a:pt x="8695" y="1930"/>
                  <a:pt x="8569" y="2214"/>
                </a:cubicBezTo>
                <a:cubicBezTo>
                  <a:pt x="8349" y="2056"/>
                  <a:pt x="8097" y="1899"/>
                  <a:pt x="7813" y="1773"/>
                </a:cubicBezTo>
                <a:cubicBezTo>
                  <a:pt x="7939" y="1237"/>
                  <a:pt x="7782" y="796"/>
                  <a:pt x="7561" y="292"/>
                </a:cubicBezTo>
                <a:cubicBezTo>
                  <a:pt x="7493" y="178"/>
                  <a:pt x="7375" y="97"/>
                  <a:pt x="7243" y="97"/>
                </a:cubicBezTo>
                <a:cubicBezTo>
                  <a:pt x="7193" y="97"/>
                  <a:pt x="7141" y="108"/>
                  <a:pt x="7089" y="134"/>
                </a:cubicBezTo>
                <a:cubicBezTo>
                  <a:pt x="6931" y="197"/>
                  <a:pt x="6837" y="386"/>
                  <a:pt x="6931" y="607"/>
                </a:cubicBezTo>
                <a:cubicBezTo>
                  <a:pt x="7089" y="954"/>
                  <a:pt x="7215" y="1237"/>
                  <a:pt x="7152" y="1552"/>
                </a:cubicBezTo>
                <a:cubicBezTo>
                  <a:pt x="6900" y="1458"/>
                  <a:pt x="6616" y="1426"/>
                  <a:pt x="6301" y="1395"/>
                </a:cubicBezTo>
                <a:cubicBezTo>
                  <a:pt x="6206" y="828"/>
                  <a:pt x="5891" y="481"/>
                  <a:pt x="5545" y="71"/>
                </a:cubicBezTo>
                <a:cubicBezTo>
                  <a:pt x="5482" y="24"/>
                  <a:pt x="5395" y="1"/>
                  <a:pt x="5309" y="1"/>
                </a:cubicBezTo>
                <a:close/>
              </a:path>
            </a:pathLst>
          </a:custGeom>
          <a:solidFill>
            <a:srgbClr val="51AFD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02" name="Google Shape;502;p39"/>
          <p:cNvGrpSpPr/>
          <p:nvPr/>
        </p:nvGrpSpPr>
        <p:grpSpPr>
          <a:xfrm>
            <a:off x="4032011" y="1587199"/>
            <a:ext cx="310602" cy="352803"/>
            <a:chOff x="-28069875" y="3175300"/>
            <a:chExt cx="260725" cy="296150"/>
          </a:xfrm>
          <a:solidFill>
            <a:srgbClr val="51AFDB"/>
          </a:solidFill>
        </p:grpSpPr>
        <p:sp>
          <p:nvSpPr>
            <p:cNvPr id="503" name="Google Shape;503;p39"/>
            <p:cNvSpPr/>
            <p:nvPr/>
          </p:nvSpPr>
          <p:spPr>
            <a:xfrm>
              <a:off x="-28059650" y="3192625"/>
              <a:ext cx="26025" cy="70125"/>
            </a:xfrm>
            <a:custGeom>
              <a:avLst/>
              <a:gdLst/>
              <a:ahLst/>
              <a:cxnLst/>
              <a:rect l="l" t="t" r="r" b="b"/>
              <a:pathLst>
                <a:path w="1041" h="2805" extrusionOk="0">
                  <a:moveTo>
                    <a:pt x="536" y="0"/>
                  </a:moveTo>
                  <a:cubicBezTo>
                    <a:pt x="253" y="0"/>
                    <a:pt x="1" y="252"/>
                    <a:pt x="1" y="536"/>
                  </a:cubicBezTo>
                  <a:lnTo>
                    <a:pt x="1" y="2458"/>
                  </a:lnTo>
                  <a:cubicBezTo>
                    <a:pt x="410" y="2458"/>
                    <a:pt x="757" y="2584"/>
                    <a:pt x="1040" y="2804"/>
                  </a:cubicBezTo>
                  <a:lnTo>
                    <a:pt x="1040" y="536"/>
                  </a:lnTo>
                  <a:cubicBezTo>
                    <a:pt x="1040" y="252"/>
                    <a:pt x="788" y="0"/>
                    <a:pt x="53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4" name="Google Shape;504;p39"/>
            <p:cNvSpPr/>
            <p:nvPr/>
          </p:nvSpPr>
          <p:spPr>
            <a:xfrm>
              <a:off x="-27843050" y="3192625"/>
              <a:ext cx="26025" cy="69325"/>
            </a:xfrm>
            <a:custGeom>
              <a:avLst/>
              <a:gdLst/>
              <a:ahLst/>
              <a:cxnLst/>
              <a:rect l="l" t="t" r="r" b="b"/>
              <a:pathLst>
                <a:path w="1041" h="2773" extrusionOk="0">
                  <a:moveTo>
                    <a:pt x="536" y="0"/>
                  </a:moveTo>
                  <a:cubicBezTo>
                    <a:pt x="253" y="0"/>
                    <a:pt x="1" y="252"/>
                    <a:pt x="1" y="536"/>
                  </a:cubicBezTo>
                  <a:lnTo>
                    <a:pt x="1" y="2773"/>
                  </a:lnTo>
                  <a:cubicBezTo>
                    <a:pt x="284" y="2584"/>
                    <a:pt x="694" y="2426"/>
                    <a:pt x="1040" y="2426"/>
                  </a:cubicBezTo>
                  <a:lnTo>
                    <a:pt x="1040" y="536"/>
                  </a:lnTo>
                  <a:cubicBezTo>
                    <a:pt x="1040" y="252"/>
                    <a:pt x="788" y="0"/>
                    <a:pt x="53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5" name="Google Shape;505;p39"/>
            <p:cNvSpPr/>
            <p:nvPr/>
          </p:nvSpPr>
          <p:spPr>
            <a:xfrm>
              <a:off x="-27973000" y="3202075"/>
              <a:ext cx="26000" cy="57525"/>
            </a:xfrm>
            <a:custGeom>
              <a:avLst/>
              <a:gdLst/>
              <a:ahLst/>
              <a:cxnLst/>
              <a:rect l="l" t="t" r="r" b="b"/>
              <a:pathLst>
                <a:path w="1040" h="2301" extrusionOk="0">
                  <a:moveTo>
                    <a:pt x="536" y="0"/>
                  </a:moveTo>
                  <a:cubicBezTo>
                    <a:pt x="252" y="0"/>
                    <a:pt x="0" y="221"/>
                    <a:pt x="0" y="504"/>
                  </a:cubicBezTo>
                  <a:lnTo>
                    <a:pt x="0" y="1954"/>
                  </a:lnTo>
                  <a:cubicBezTo>
                    <a:pt x="410" y="1985"/>
                    <a:pt x="756" y="2080"/>
                    <a:pt x="1040" y="2300"/>
                  </a:cubicBezTo>
                  <a:lnTo>
                    <a:pt x="1040" y="504"/>
                  </a:lnTo>
                  <a:cubicBezTo>
                    <a:pt x="1040" y="221"/>
                    <a:pt x="788" y="0"/>
                    <a:pt x="53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6" name="Google Shape;506;p39"/>
            <p:cNvSpPr/>
            <p:nvPr/>
          </p:nvSpPr>
          <p:spPr>
            <a:xfrm>
              <a:off x="-27929675" y="3202075"/>
              <a:ext cx="26000" cy="57525"/>
            </a:xfrm>
            <a:custGeom>
              <a:avLst/>
              <a:gdLst/>
              <a:ahLst/>
              <a:cxnLst/>
              <a:rect l="l" t="t" r="r" b="b"/>
              <a:pathLst>
                <a:path w="1040" h="2301" extrusionOk="0">
                  <a:moveTo>
                    <a:pt x="536" y="0"/>
                  </a:moveTo>
                  <a:cubicBezTo>
                    <a:pt x="252" y="0"/>
                    <a:pt x="0" y="221"/>
                    <a:pt x="0" y="504"/>
                  </a:cubicBezTo>
                  <a:lnTo>
                    <a:pt x="0" y="2300"/>
                  </a:lnTo>
                  <a:cubicBezTo>
                    <a:pt x="315" y="2111"/>
                    <a:pt x="693" y="1985"/>
                    <a:pt x="1040" y="1954"/>
                  </a:cubicBezTo>
                  <a:lnTo>
                    <a:pt x="1040" y="504"/>
                  </a:lnTo>
                  <a:cubicBezTo>
                    <a:pt x="1040" y="221"/>
                    <a:pt x="788" y="0"/>
                    <a:pt x="53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7" name="Google Shape;507;p39"/>
            <p:cNvSpPr/>
            <p:nvPr/>
          </p:nvSpPr>
          <p:spPr>
            <a:xfrm>
              <a:off x="-28016325" y="3175300"/>
              <a:ext cx="26025" cy="91375"/>
            </a:xfrm>
            <a:custGeom>
              <a:avLst/>
              <a:gdLst/>
              <a:ahLst/>
              <a:cxnLst/>
              <a:rect l="l" t="t" r="r" b="b"/>
              <a:pathLst>
                <a:path w="1041" h="3655" extrusionOk="0">
                  <a:moveTo>
                    <a:pt x="536" y="0"/>
                  </a:moveTo>
                  <a:cubicBezTo>
                    <a:pt x="253" y="0"/>
                    <a:pt x="1" y="221"/>
                    <a:pt x="1" y="504"/>
                  </a:cubicBezTo>
                  <a:lnTo>
                    <a:pt x="1" y="3655"/>
                  </a:lnTo>
                  <a:cubicBezTo>
                    <a:pt x="1" y="3655"/>
                    <a:pt x="1" y="3623"/>
                    <a:pt x="64" y="3623"/>
                  </a:cubicBezTo>
                  <a:cubicBezTo>
                    <a:pt x="284" y="3371"/>
                    <a:pt x="631" y="3182"/>
                    <a:pt x="1040" y="3056"/>
                  </a:cubicBezTo>
                  <a:lnTo>
                    <a:pt x="1040" y="504"/>
                  </a:lnTo>
                  <a:cubicBezTo>
                    <a:pt x="1040" y="221"/>
                    <a:pt x="788" y="0"/>
                    <a:pt x="536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8" name="Google Shape;508;p39"/>
            <p:cNvSpPr/>
            <p:nvPr/>
          </p:nvSpPr>
          <p:spPr>
            <a:xfrm>
              <a:off x="-27886375" y="3176075"/>
              <a:ext cx="26025" cy="91400"/>
            </a:xfrm>
            <a:custGeom>
              <a:avLst/>
              <a:gdLst/>
              <a:ahLst/>
              <a:cxnLst/>
              <a:rect l="l" t="t" r="r" b="b"/>
              <a:pathLst>
                <a:path w="1041" h="3656" extrusionOk="0">
                  <a:moveTo>
                    <a:pt x="536" y="1"/>
                  </a:moveTo>
                  <a:cubicBezTo>
                    <a:pt x="253" y="1"/>
                    <a:pt x="1" y="221"/>
                    <a:pt x="1" y="505"/>
                  </a:cubicBezTo>
                  <a:lnTo>
                    <a:pt x="1" y="3088"/>
                  </a:lnTo>
                  <a:cubicBezTo>
                    <a:pt x="379" y="3151"/>
                    <a:pt x="726" y="3340"/>
                    <a:pt x="1041" y="3655"/>
                  </a:cubicBezTo>
                  <a:lnTo>
                    <a:pt x="1041" y="505"/>
                  </a:lnTo>
                  <a:cubicBezTo>
                    <a:pt x="1041" y="253"/>
                    <a:pt x="789" y="1"/>
                    <a:pt x="53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" name="Google Shape;509;p39"/>
            <p:cNvSpPr/>
            <p:nvPr/>
          </p:nvSpPr>
          <p:spPr>
            <a:xfrm>
              <a:off x="-28017900" y="3269025"/>
              <a:ext cx="161475" cy="133125"/>
            </a:xfrm>
            <a:custGeom>
              <a:avLst/>
              <a:gdLst/>
              <a:ahLst/>
              <a:cxnLst/>
              <a:rect l="l" t="t" r="r" b="b"/>
              <a:pathLst>
                <a:path w="6459" h="5325" extrusionOk="0">
                  <a:moveTo>
                    <a:pt x="1733" y="0"/>
                  </a:moveTo>
                  <a:cubicBezTo>
                    <a:pt x="1355" y="0"/>
                    <a:pt x="946" y="158"/>
                    <a:pt x="662" y="410"/>
                  </a:cubicBezTo>
                  <a:cubicBezTo>
                    <a:pt x="64" y="882"/>
                    <a:pt x="1" y="1639"/>
                    <a:pt x="347" y="2237"/>
                  </a:cubicBezTo>
                  <a:cubicBezTo>
                    <a:pt x="1324" y="2458"/>
                    <a:pt x="2048" y="3340"/>
                    <a:pt x="2174" y="4348"/>
                  </a:cubicBezTo>
                  <a:lnTo>
                    <a:pt x="3214" y="5325"/>
                  </a:lnTo>
                  <a:lnTo>
                    <a:pt x="4285" y="4348"/>
                  </a:lnTo>
                  <a:cubicBezTo>
                    <a:pt x="4380" y="3340"/>
                    <a:pt x="5073" y="2521"/>
                    <a:pt x="6113" y="2237"/>
                  </a:cubicBezTo>
                  <a:cubicBezTo>
                    <a:pt x="6459" y="1639"/>
                    <a:pt x="6333" y="882"/>
                    <a:pt x="5860" y="410"/>
                  </a:cubicBezTo>
                  <a:cubicBezTo>
                    <a:pt x="5577" y="158"/>
                    <a:pt x="5199" y="0"/>
                    <a:pt x="4789" y="0"/>
                  </a:cubicBezTo>
                  <a:cubicBezTo>
                    <a:pt x="4411" y="0"/>
                    <a:pt x="4002" y="158"/>
                    <a:pt x="3750" y="410"/>
                  </a:cubicBezTo>
                  <a:lnTo>
                    <a:pt x="3277" y="882"/>
                  </a:lnTo>
                  <a:lnTo>
                    <a:pt x="2805" y="410"/>
                  </a:lnTo>
                  <a:cubicBezTo>
                    <a:pt x="2521" y="158"/>
                    <a:pt x="2143" y="0"/>
                    <a:pt x="1733" y="0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" name="Google Shape;510;p39"/>
            <p:cNvSpPr/>
            <p:nvPr/>
          </p:nvSpPr>
          <p:spPr>
            <a:xfrm>
              <a:off x="-27930475" y="3269800"/>
              <a:ext cx="121325" cy="201650"/>
            </a:xfrm>
            <a:custGeom>
              <a:avLst/>
              <a:gdLst/>
              <a:ahLst/>
              <a:cxnLst/>
              <a:rect l="l" t="t" r="r" b="b"/>
              <a:pathLst>
                <a:path w="4853" h="8066" extrusionOk="0">
                  <a:moveTo>
                    <a:pt x="4506" y="1"/>
                  </a:moveTo>
                  <a:cubicBezTo>
                    <a:pt x="3876" y="1"/>
                    <a:pt x="3403" y="505"/>
                    <a:pt x="3403" y="1198"/>
                  </a:cubicBezTo>
                  <a:lnTo>
                    <a:pt x="3403" y="2395"/>
                  </a:lnTo>
                  <a:cubicBezTo>
                    <a:pt x="3403" y="2584"/>
                    <a:pt x="3246" y="2742"/>
                    <a:pt x="3025" y="2742"/>
                  </a:cubicBezTo>
                  <a:cubicBezTo>
                    <a:pt x="2679" y="2742"/>
                    <a:pt x="2363" y="2868"/>
                    <a:pt x="2080" y="3025"/>
                  </a:cubicBezTo>
                  <a:cubicBezTo>
                    <a:pt x="1702" y="3372"/>
                    <a:pt x="1418" y="3939"/>
                    <a:pt x="1418" y="4474"/>
                  </a:cubicBezTo>
                  <a:lnTo>
                    <a:pt x="1418" y="5231"/>
                  </a:lnTo>
                  <a:cubicBezTo>
                    <a:pt x="1418" y="5420"/>
                    <a:pt x="1261" y="5577"/>
                    <a:pt x="1072" y="5577"/>
                  </a:cubicBezTo>
                  <a:cubicBezTo>
                    <a:pt x="883" y="5577"/>
                    <a:pt x="725" y="5420"/>
                    <a:pt x="725" y="5231"/>
                  </a:cubicBezTo>
                  <a:lnTo>
                    <a:pt x="1" y="5892"/>
                  </a:lnTo>
                  <a:lnTo>
                    <a:pt x="1" y="8066"/>
                  </a:lnTo>
                  <a:lnTo>
                    <a:pt x="3813" y="8066"/>
                  </a:lnTo>
                  <a:cubicBezTo>
                    <a:pt x="4033" y="8066"/>
                    <a:pt x="4191" y="7908"/>
                    <a:pt x="4191" y="7719"/>
                  </a:cubicBezTo>
                  <a:cubicBezTo>
                    <a:pt x="4191" y="7530"/>
                    <a:pt x="4033" y="7373"/>
                    <a:pt x="3813" y="7373"/>
                  </a:cubicBezTo>
                  <a:lnTo>
                    <a:pt x="3466" y="7373"/>
                  </a:lnTo>
                  <a:lnTo>
                    <a:pt x="3466" y="6270"/>
                  </a:lnTo>
                  <a:cubicBezTo>
                    <a:pt x="3466" y="6176"/>
                    <a:pt x="3498" y="6050"/>
                    <a:pt x="3592" y="6018"/>
                  </a:cubicBezTo>
                  <a:lnTo>
                    <a:pt x="4128" y="5420"/>
                  </a:lnTo>
                  <a:cubicBezTo>
                    <a:pt x="4600" y="4947"/>
                    <a:pt x="4852" y="4380"/>
                    <a:pt x="4852" y="3687"/>
                  </a:cubicBezTo>
                  <a:lnTo>
                    <a:pt x="4852" y="347"/>
                  </a:lnTo>
                  <a:cubicBezTo>
                    <a:pt x="4852" y="158"/>
                    <a:pt x="4695" y="1"/>
                    <a:pt x="4506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1" name="Google Shape;511;p39"/>
            <p:cNvSpPr/>
            <p:nvPr/>
          </p:nvSpPr>
          <p:spPr>
            <a:xfrm>
              <a:off x="-28069875" y="3271375"/>
              <a:ext cx="122875" cy="200075"/>
            </a:xfrm>
            <a:custGeom>
              <a:avLst/>
              <a:gdLst/>
              <a:ahLst/>
              <a:cxnLst/>
              <a:rect l="l" t="t" r="r" b="b"/>
              <a:pathLst>
                <a:path w="4915" h="8003" extrusionOk="0">
                  <a:moveTo>
                    <a:pt x="347" y="1"/>
                  </a:moveTo>
                  <a:cubicBezTo>
                    <a:pt x="158" y="1"/>
                    <a:pt x="0" y="158"/>
                    <a:pt x="0" y="379"/>
                  </a:cubicBezTo>
                  <a:lnTo>
                    <a:pt x="0" y="3718"/>
                  </a:lnTo>
                  <a:cubicBezTo>
                    <a:pt x="0" y="4348"/>
                    <a:pt x="221" y="4979"/>
                    <a:pt x="693" y="5451"/>
                  </a:cubicBezTo>
                  <a:lnTo>
                    <a:pt x="1323" y="5955"/>
                  </a:lnTo>
                  <a:cubicBezTo>
                    <a:pt x="1418" y="6018"/>
                    <a:pt x="1449" y="6113"/>
                    <a:pt x="1449" y="6207"/>
                  </a:cubicBezTo>
                  <a:lnTo>
                    <a:pt x="1449" y="7310"/>
                  </a:lnTo>
                  <a:lnTo>
                    <a:pt x="1103" y="7310"/>
                  </a:lnTo>
                  <a:cubicBezTo>
                    <a:pt x="882" y="7310"/>
                    <a:pt x="725" y="7467"/>
                    <a:pt x="725" y="7656"/>
                  </a:cubicBezTo>
                  <a:cubicBezTo>
                    <a:pt x="725" y="7845"/>
                    <a:pt x="882" y="8003"/>
                    <a:pt x="1103" y="8003"/>
                  </a:cubicBezTo>
                  <a:lnTo>
                    <a:pt x="4915" y="8003"/>
                  </a:lnTo>
                  <a:lnTo>
                    <a:pt x="4915" y="5829"/>
                  </a:lnTo>
                  <a:lnTo>
                    <a:pt x="4190" y="5168"/>
                  </a:lnTo>
                  <a:cubicBezTo>
                    <a:pt x="4190" y="5357"/>
                    <a:pt x="4033" y="5514"/>
                    <a:pt x="3844" y="5514"/>
                  </a:cubicBezTo>
                  <a:cubicBezTo>
                    <a:pt x="3655" y="5514"/>
                    <a:pt x="3497" y="5357"/>
                    <a:pt x="3497" y="5168"/>
                  </a:cubicBezTo>
                  <a:lnTo>
                    <a:pt x="3497" y="4411"/>
                  </a:lnTo>
                  <a:cubicBezTo>
                    <a:pt x="3497" y="3876"/>
                    <a:pt x="3214" y="3372"/>
                    <a:pt x="2741" y="3057"/>
                  </a:cubicBezTo>
                  <a:cubicBezTo>
                    <a:pt x="2458" y="2899"/>
                    <a:pt x="2143" y="2773"/>
                    <a:pt x="1796" y="2773"/>
                  </a:cubicBezTo>
                  <a:cubicBezTo>
                    <a:pt x="1607" y="2773"/>
                    <a:pt x="1449" y="2616"/>
                    <a:pt x="1449" y="2427"/>
                  </a:cubicBezTo>
                  <a:lnTo>
                    <a:pt x="1449" y="1229"/>
                  </a:lnTo>
                  <a:cubicBezTo>
                    <a:pt x="1449" y="473"/>
                    <a:pt x="945" y="1"/>
                    <a:pt x="347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12" name="Google Shape;512;p39"/>
          <p:cNvGrpSpPr/>
          <p:nvPr/>
        </p:nvGrpSpPr>
        <p:grpSpPr>
          <a:xfrm>
            <a:off x="6352314" y="705217"/>
            <a:ext cx="315307" cy="351910"/>
            <a:chOff x="-23962425" y="3519475"/>
            <a:chExt cx="264675" cy="295400"/>
          </a:xfrm>
        </p:grpSpPr>
        <p:sp>
          <p:nvSpPr>
            <p:cNvPr id="513" name="Google Shape;513;p39"/>
            <p:cNvSpPr/>
            <p:nvPr/>
          </p:nvSpPr>
          <p:spPr>
            <a:xfrm>
              <a:off x="-23961625" y="3580925"/>
              <a:ext cx="263875" cy="233950"/>
            </a:xfrm>
            <a:custGeom>
              <a:avLst/>
              <a:gdLst/>
              <a:ahLst/>
              <a:cxnLst/>
              <a:rect l="l" t="t" r="r" b="b"/>
              <a:pathLst>
                <a:path w="10555" h="9358" extrusionOk="0">
                  <a:moveTo>
                    <a:pt x="1701" y="3119"/>
                  </a:moveTo>
                  <a:cubicBezTo>
                    <a:pt x="1890" y="3119"/>
                    <a:pt x="2048" y="3277"/>
                    <a:pt x="2048" y="3466"/>
                  </a:cubicBezTo>
                  <a:lnTo>
                    <a:pt x="2048" y="4159"/>
                  </a:lnTo>
                  <a:cubicBezTo>
                    <a:pt x="2048" y="4379"/>
                    <a:pt x="2205" y="4537"/>
                    <a:pt x="2394" y="4537"/>
                  </a:cubicBezTo>
                  <a:lnTo>
                    <a:pt x="3119" y="4537"/>
                  </a:lnTo>
                  <a:cubicBezTo>
                    <a:pt x="3308" y="4537"/>
                    <a:pt x="3466" y="4663"/>
                    <a:pt x="3466" y="4883"/>
                  </a:cubicBezTo>
                  <a:cubicBezTo>
                    <a:pt x="3466" y="5072"/>
                    <a:pt x="3308" y="5230"/>
                    <a:pt x="3119" y="5230"/>
                  </a:cubicBezTo>
                  <a:lnTo>
                    <a:pt x="2394" y="5230"/>
                  </a:lnTo>
                  <a:cubicBezTo>
                    <a:pt x="1796" y="5198"/>
                    <a:pt x="1323" y="4726"/>
                    <a:pt x="1323" y="4159"/>
                  </a:cubicBezTo>
                  <a:lnTo>
                    <a:pt x="1323" y="3466"/>
                  </a:lnTo>
                  <a:cubicBezTo>
                    <a:pt x="1323" y="3277"/>
                    <a:pt x="1512" y="3119"/>
                    <a:pt x="1701" y="3119"/>
                  </a:cubicBezTo>
                  <a:close/>
                  <a:moveTo>
                    <a:pt x="3781" y="6585"/>
                  </a:moveTo>
                  <a:lnTo>
                    <a:pt x="3781" y="6931"/>
                  </a:lnTo>
                  <a:cubicBezTo>
                    <a:pt x="3781" y="7120"/>
                    <a:pt x="3623" y="7278"/>
                    <a:pt x="3434" y="7278"/>
                  </a:cubicBezTo>
                  <a:cubicBezTo>
                    <a:pt x="3214" y="7278"/>
                    <a:pt x="3056" y="7120"/>
                    <a:pt x="3056" y="6931"/>
                  </a:cubicBezTo>
                  <a:lnTo>
                    <a:pt x="3056" y="6585"/>
                  </a:lnTo>
                  <a:close/>
                  <a:moveTo>
                    <a:pt x="6900" y="0"/>
                  </a:moveTo>
                  <a:cubicBezTo>
                    <a:pt x="5986" y="0"/>
                    <a:pt x="5293" y="693"/>
                    <a:pt x="5293" y="1607"/>
                  </a:cubicBezTo>
                  <a:cubicBezTo>
                    <a:pt x="5293" y="2363"/>
                    <a:pt x="5765" y="2741"/>
                    <a:pt x="6238" y="3182"/>
                  </a:cubicBezTo>
                  <a:lnTo>
                    <a:pt x="7561" y="4379"/>
                  </a:lnTo>
                  <a:lnTo>
                    <a:pt x="7561" y="7624"/>
                  </a:lnTo>
                  <a:cubicBezTo>
                    <a:pt x="7561" y="8223"/>
                    <a:pt x="7089" y="8664"/>
                    <a:pt x="6553" y="8664"/>
                  </a:cubicBezTo>
                  <a:lnTo>
                    <a:pt x="4820" y="8664"/>
                  </a:lnTo>
                  <a:cubicBezTo>
                    <a:pt x="4348" y="8664"/>
                    <a:pt x="3938" y="8349"/>
                    <a:pt x="3812" y="7876"/>
                  </a:cubicBezTo>
                  <a:cubicBezTo>
                    <a:pt x="4222" y="7719"/>
                    <a:pt x="4505" y="7372"/>
                    <a:pt x="4505" y="6931"/>
                  </a:cubicBezTo>
                  <a:lnTo>
                    <a:pt x="4505" y="6585"/>
                  </a:lnTo>
                  <a:lnTo>
                    <a:pt x="5198" y="6585"/>
                  </a:lnTo>
                  <a:cubicBezTo>
                    <a:pt x="6144" y="6585"/>
                    <a:pt x="6931" y="5797"/>
                    <a:pt x="6931" y="4852"/>
                  </a:cubicBezTo>
                  <a:lnTo>
                    <a:pt x="6931" y="4631"/>
                  </a:lnTo>
                  <a:lnTo>
                    <a:pt x="5829" y="3686"/>
                  </a:lnTo>
                  <a:cubicBezTo>
                    <a:pt x="5671" y="3529"/>
                    <a:pt x="5482" y="3371"/>
                    <a:pt x="5293" y="3182"/>
                  </a:cubicBezTo>
                  <a:cubicBezTo>
                    <a:pt x="4568" y="3151"/>
                    <a:pt x="3875" y="2899"/>
                    <a:pt x="3182" y="2332"/>
                  </a:cubicBezTo>
                  <a:cubicBezTo>
                    <a:pt x="2720" y="1911"/>
                    <a:pt x="1880" y="1701"/>
                    <a:pt x="1091" y="1701"/>
                  </a:cubicBezTo>
                  <a:cubicBezTo>
                    <a:pt x="697" y="1701"/>
                    <a:pt x="315" y="1754"/>
                    <a:pt x="0" y="1859"/>
                  </a:cubicBezTo>
                  <a:lnTo>
                    <a:pt x="0" y="4883"/>
                  </a:lnTo>
                  <a:cubicBezTo>
                    <a:pt x="0" y="5829"/>
                    <a:pt x="788" y="6616"/>
                    <a:pt x="1733" y="6616"/>
                  </a:cubicBezTo>
                  <a:lnTo>
                    <a:pt x="2457" y="6616"/>
                  </a:lnTo>
                  <a:lnTo>
                    <a:pt x="2457" y="6963"/>
                  </a:lnTo>
                  <a:cubicBezTo>
                    <a:pt x="2394" y="7404"/>
                    <a:pt x="2678" y="7782"/>
                    <a:pt x="3119" y="7908"/>
                  </a:cubicBezTo>
                  <a:cubicBezTo>
                    <a:pt x="3277" y="8727"/>
                    <a:pt x="3970" y="9357"/>
                    <a:pt x="4820" y="9357"/>
                  </a:cubicBezTo>
                  <a:lnTo>
                    <a:pt x="6553" y="9357"/>
                  </a:lnTo>
                  <a:cubicBezTo>
                    <a:pt x="7498" y="9357"/>
                    <a:pt x="8286" y="8569"/>
                    <a:pt x="8286" y="7624"/>
                  </a:cubicBezTo>
                  <a:lnTo>
                    <a:pt x="8286" y="4379"/>
                  </a:lnTo>
                  <a:cubicBezTo>
                    <a:pt x="9294" y="3497"/>
                    <a:pt x="9546" y="3277"/>
                    <a:pt x="9546" y="3277"/>
                  </a:cubicBezTo>
                  <a:cubicBezTo>
                    <a:pt x="9987" y="2867"/>
                    <a:pt x="10554" y="2395"/>
                    <a:pt x="10554" y="1607"/>
                  </a:cubicBezTo>
                  <a:cubicBezTo>
                    <a:pt x="10554" y="693"/>
                    <a:pt x="9830" y="0"/>
                    <a:pt x="8948" y="0"/>
                  </a:cubicBezTo>
                  <a:cubicBezTo>
                    <a:pt x="8538" y="0"/>
                    <a:pt x="8191" y="126"/>
                    <a:pt x="7908" y="347"/>
                  </a:cubicBezTo>
                  <a:cubicBezTo>
                    <a:pt x="7656" y="95"/>
                    <a:pt x="7278" y="0"/>
                    <a:pt x="6900" y="0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51AFDB"/>
                </a:solidFill>
              </a:endParaRPr>
            </a:p>
          </p:txBody>
        </p:sp>
        <p:sp>
          <p:nvSpPr>
            <p:cNvPr id="514" name="Google Shape;514;p39"/>
            <p:cNvSpPr/>
            <p:nvPr/>
          </p:nvSpPr>
          <p:spPr>
            <a:xfrm>
              <a:off x="-23962425" y="3519475"/>
              <a:ext cx="158350" cy="122125"/>
            </a:xfrm>
            <a:custGeom>
              <a:avLst/>
              <a:gdLst/>
              <a:ahLst/>
              <a:cxnLst/>
              <a:rect l="l" t="t" r="r" b="b"/>
              <a:pathLst>
                <a:path w="6334" h="4885" extrusionOk="0">
                  <a:moveTo>
                    <a:pt x="3844" y="631"/>
                  </a:moveTo>
                  <a:cubicBezTo>
                    <a:pt x="4065" y="631"/>
                    <a:pt x="4222" y="788"/>
                    <a:pt x="4222" y="1009"/>
                  </a:cubicBezTo>
                  <a:lnTo>
                    <a:pt x="4222" y="1387"/>
                  </a:lnTo>
                  <a:lnTo>
                    <a:pt x="2773" y="1387"/>
                  </a:lnTo>
                  <a:lnTo>
                    <a:pt x="2773" y="1009"/>
                  </a:lnTo>
                  <a:cubicBezTo>
                    <a:pt x="2773" y="788"/>
                    <a:pt x="2931" y="631"/>
                    <a:pt x="3151" y="631"/>
                  </a:cubicBezTo>
                  <a:close/>
                  <a:moveTo>
                    <a:pt x="3088" y="1"/>
                  </a:moveTo>
                  <a:cubicBezTo>
                    <a:pt x="2521" y="1"/>
                    <a:pt x="2080" y="473"/>
                    <a:pt x="2080" y="1040"/>
                  </a:cubicBezTo>
                  <a:lnTo>
                    <a:pt x="2080" y="1419"/>
                  </a:lnTo>
                  <a:lnTo>
                    <a:pt x="1733" y="1419"/>
                  </a:lnTo>
                  <a:cubicBezTo>
                    <a:pt x="788" y="1419"/>
                    <a:pt x="1" y="2206"/>
                    <a:pt x="1" y="3151"/>
                  </a:cubicBezTo>
                  <a:lnTo>
                    <a:pt x="1" y="3592"/>
                  </a:lnTo>
                  <a:cubicBezTo>
                    <a:pt x="332" y="3503"/>
                    <a:pt x="705" y="3459"/>
                    <a:pt x="1087" y="3459"/>
                  </a:cubicBezTo>
                  <a:cubicBezTo>
                    <a:pt x="2048" y="3459"/>
                    <a:pt x="3069" y="3736"/>
                    <a:pt x="3655" y="4254"/>
                  </a:cubicBezTo>
                  <a:cubicBezTo>
                    <a:pt x="4002" y="4569"/>
                    <a:pt x="4411" y="4758"/>
                    <a:pt x="4789" y="4884"/>
                  </a:cubicBezTo>
                  <a:cubicBezTo>
                    <a:pt x="4726" y="4664"/>
                    <a:pt x="4632" y="4380"/>
                    <a:pt x="4632" y="4096"/>
                  </a:cubicBezTo>
                  <a:cubicBezTo>
                    <a:pt x="4632" y="2994"/>
                    <a:pt x="5356" y="2112"/>
                    <a:pt x="6333" y="1860"/>
                  </a:cubicBezTo>
                  <a:cubicBezTo>
                    <a:pt x="6018" y="1576"/>
                    <a:pt x="5608" y="1419"/>
                    <a:pt x="5199" y="1419"/>
                  </a:cubicBezTo>
                  <a:lnTo>
                    <a:pt x="4821" y="1419"/>
                  </a:lnTo>
                  <a:lnTo>
                    <a:pt x="4821" y="1040"/>
                  </a:lnTo>
                  <a:cubicBezTo>
                    <a:pt x="4821" y="442"/>
                    <a:pt x="4348" y="1"/>
                    <a:pt x="3813" y="1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51AFDB"/>
                </a:solidFill>
              </a:endParaRPr>
            </a:p>
          </p:txBody>
        </p:sp>
      </p:grpSp>
      <p:grpSp>
        <p:nvGrpSpPr>
          <p:cNvPr id="2" name="Google Shape;601;p36">
            <a:extLst>
              <a:ext uri="{FF2B5EF4-FFF2-40B4-BE49-F238E27FC236}">
                <a16:creationId xmlns:a16="http://schemas.microsoft.com/office/drawing/2014/main" id="{332A1284-F0D3-4C40-A03C-499A9E391CF4}"/>
              </a:ext>
            </a:extLst>
          </p:cNvPr>
          <p:cNvGrpSpPr/>
          <p:nvPr/>
        </p:nvGrpSpPr>
        <p:grpSpPr>
          <a:xfrm>
            <a:off x="5507062" y="2402598"/>
            <a:ext cx="311979" cy="458407"/>
            <a:chOff x="-23930925" y="3149300"/>
            <a:chExt cx="192200" cy="294625"/>
          </a:xfrm>
          <a:solidFill>
            <a:srgbClr val="51AFDB"/>
          </a:solidFill>
        </p:grpSpPr>
        <p:sp>
          <p:nvSpPr>
            <p:cNvPr id="3" name="Google Shape;602;p36">
              <a:extLst>
                <a:ext uri="{FF2B5EF4-FFF2-40B4-BE49-F238E27FC236}">
                  <a16:creationId xmlns:a16="http://schemas.microsoft.com/office/drawing/2014/main" id="{A465C356-99D9-9613-3809-2825A2E4F8DC}"/>
                </a:ext>
              </a:extLst>
            </p:cNvPr>
            <p:cNvSpPr/>
            <p:nvPr/>
          </p:nvSpPr>
          <p:spPr>
            <a:xfrm>
              <a:off x="-23930125" y="3149300"/>
              <a:ext cx="191400" cy="35475"/>
            </a:xfrm>
            <a:custGeom>
              <a:avLst/>
              <a:gdLst/>
              <a:ahLst/>
              <a:cxnLst/>
              <a:rect l="l" t="t" r="r" b="b"/>
              <a:pathLst>
                <a:path w="7656" h="1419" extrusionOk="0">
                  <a:moveTo>
                    <a:pt x="1040" y="1"/>
                  </a:moveTo>
                  <a:cubicBezTo>
                    <a:pt x="441" y="1"/>
                    <a:pt x="0" y="473"/>
                    <a:pt x="0" y="1040"/>
                  </a:cubicBezTo>
                  <a:lnTo>
                    <a:pt x="0" y="1418"/>
                  </a:lnTo>
                  <a:lnTo>
                    <a:pt x="7656" y="1418"/>
                  </a:lnTo>
                  <a:lnTo>
                    <a:pt x="7656" y="1040"/>
                  </a:lnTo>
                  <a:lnTo>
                    <a:pt x="7593" y="1040"/>
                  </a:lnTo>
                  <a:cubicBezTo>
                    <a:pt x="7593" y="442"/>
                    <a:pt x="7120" y="1"/>
                    <a:pt x="6585" y="1"/>
                  </a:cubicBez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" name="Google Shape;603;p36">
              <a:extLst>
                <a:ext uri="{FF2B5EF4-FFF2-40B4-BE49-F238E27FC236}">
                  <a16:creationId xmlns:a16="http://schemas.microsoft.com/office/drawing/2014/main" id="{ECFFD216-1CDE-9798-EDFA-F19D178EBF2D}"/>
                </a:ext>
              </a:extLst>
            </p:cNvPr>
            <p:cNvSpPr/>
            <p:nvPr/>
          </p:nvSpPr>
          <p:spPr>
            <a:xfrm>
              <a:off x="-23878925" y="3237525"/>
              <a:ext cx="86650" cy="86650"/>
            </a:xfrm>
            <a:custGeom>
              <a:avLst/>
              <a:gdLst/>
              <a:ahLst/>
              <a:cxnLst/>
              <a:rect l="l" t="t" r="r" b="b"/>
              <a:pathLst>
                <a:path w="3466" h="3466" extrusionOk="0">
                  <a:moveTo>
                    <a:pt x="1386" y="0"/>
                  </a:moveTo>
                  <a:lnTo>
                    <a:pt x="1386" y="1008"/>
                  </a:lnTo>
                  <a:cubicBezTo>
                    <a:pt x="1386" y="1197"/>
                    <a:pt x="1229" y="1355"/>
                    <a:pt x="1008" y="1355"/>
                  </a:cubicBezTo>
                  <a:lnTo>
                    <a:pt x="0" y="1355"/>
                  </a:lnTo>
                  <a:lnTo>
                    <a:pt x="0" y="2079"/>
                  </a:lnTo>
                  <a:lnTo>
                    <a:pt x="1008" y="2079"/>
                  </a:lnTo>
                  <a:cubicBezTo>
                    <a:pt x="1229" y="2079"/>
                    <a:pt x="1386" y="2237"/>
                    <a:pt x="1386" y="2426"/>
                  </a:cubicBezTo>
                  <a:lnTo>
                    <a:pt x="1386" y="3466"/>
                  </a:lnTo>
                  <a:lnTo>
                    <a:pt x="2079" y="3466"/>
                  </a:lnTo>
                  <a:lnTo>
                    <a:pt x="2079" y="2426"/>
                  </a:lnTo>
                  <a:cubicBezTo>
                    <a:pt x="2079" y="2237"/>
                    <a:pt x="2237" y="2079"/>
                    <a:pt x="2426" y="2079"/>
                  </a:cubicBezTo>
                  <a:lnTo>
                    <a:pt x="3466" y="2079"/>
                  </a:lnTo>
                  <a:lnTo>
                    <a:pt x="3466" y="1355"/>
                  </a:lnTo>
                  <a:lnTo>
                    <a:pt x="2426" y="1355"/>
                  </a:lnTo>
                  <a:cubicBezTo>
                    <a:pt x="2237" y="1355"/>
                    <a:pt x="2079" y="1197"/>
                    <a:pt x="2079" y="1008"/>
                  </a:cubicBezTo>
                  <a:lnTo>
                    <a:pt x="2079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" name="Google Shape;604;p36">
              <a:extLst>
                <a:ext uri="{FF2B5EF4-FFF2-40B4-BE49-F238E27FC236}">
                  <a16:creationId xmlns:a16="http://schemas.microsoft.com/office/drawing/2014/main" id="{BB29EF15-D949-DA42-814E-03B168FDADE4}"/>
                </a:ext>
              </a:extLst>
            </p:cNvPr>
            <p:cNvSpPr/>
            <p:nvPr/>
          </p:nvSpPr>
          <p:spPr>
            <a:xfrm>
              <a:off x="-23930925" y="3375350"/>
              <a:ext cx="190625" cy="68575"/>
            </a:xfrm>
            <a:custGeom>
              <a:avLst/>
              <a:gdLst/>
              <a:ahLst/>
              <a:cxnLst/>
              <a:rect l="l" t="t" r="r" b="b"/>
              <a:pathLst>
                <a:path w="7625" h="2743" extrusionOk="0">
                  <a:moveTo>
                    <a:pt x="4159" y="694"/>
                  </a:moveTo>
                  <a:cubicBezTo>
                    <a:pt x="4348" y="694"/>
                    <a:pt x="4506" y="851"/>
                    <a:pt x="4506" y="1040"/>
                  </a:cubicBezTo>
                  <a:cubicBezTo>
                    <a:pt x="4506" y="1261"/>
                    <a:pt x="4348" y="1418"/>
                    <a:pt x="4159" y="1418"/>
                  </a:cubicBezTo>
                  <a:lnTo>
                    <a:pt x="3466" y="1418"/>
                  </a:lnTo>
                  <a:cubicBezTo>
                    <a:pt x="3246" y="1418"/>
                    <a:pt x="3088" y="1261"/>
                    <a:pt x="3088" y="1040"/>
                  </a:cubicBezTo>
                  <a:cubicBezTo>
                    <a:pt x="3088" y="851"/>
                    <a:pt x="3246" y="694"/>
                    <a:pt x="3466" y="694"/>
                  </a:cubicBezTo>
                  <a:close/>
                  <a:moveTo>
                    <a:pt x="1" y="0"/>
                  </a:moveTo>
                  <a:lnTo>
                    <a:pt x="1" y="1733"/>
                  </a:lnTo>
                  <a:cubicBezTo>
                    <a:pt x="1" y="2300"/>
                    <a:pt x="473" y="2741"/>
                    <a:pt x="1009" y="2741"/>
                  </a:cubicBezTo>
                  <a:lnTo>
                    <a:pt x="6554" y="2741"/>
                  </a:lnTo>
                  <a:cubicBezTo>
                    <a:pt x="6573" y="2742"/>
                    <a:pt x="6592" y="2743"/>
                    <a:pt x="6610" y="2743"/>
                  </a:cubicBezTo>
                  <a:cubicBezTo>
                    <a:pt x="7182" y="2743"/>
                    <a:pt x="7625" y="2282"/>
                    <a:pt x="7625" y="1733"/>
                  </a:cubicBezTo>
                  <a:lnTo>
                    <a:pt x="7625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" name="Google Shape;605;p36">
              <a:extLst>
                <a:ext uri="{FF2B5EF4-FFF2-40B4-BE49-F238E27FC236}">
                  <a16:creationId xmlns:a16="http://schemas.microsoft.com/office/drawing/2014/main" id="{E4F340EB-D834-CF94-478A-4EA2C2C0CCAE}"/>
                </a:ext>
              </a:extLst>
            </p:cNvPr>
            <p:cNvSpPr/>
            <p:nvPr/>
          </p:nvSpPr>
          <p:spPr>
            <a:xfrm>
              <a:off x="-23930925" y="3202075"/>
              <a:ext cx="190625" cy="155975"/>
            </a:xfrm>
            <a:custGeom>
              <a:avLst/>
              <a:gdLst/>
              <a:ahLst/>
              <a:cxnLst/>
              <a:rect l="l" t="t" r="r" b="b"/>
              <a:pathLst>
                <a:path w="7625" h="6239" extrusionOk="0">
                  <a:moveTo>
                    <a:pt x="4506" y="693"/>
                  </a:moveTo>
                  <a:cubicBezTo>
                    <a:pt x="4727" y="693"/>
                    <a:pt x="4884" y="851"/>
                    <a:pt x="4884" y="1040"/>
                  </a:cubicBezTo>
                  <a:lnTo>
                    <a:pt x="4884" y="2080"/>
                  </a:lnTo>
                  <a:lnTo>
                    <a:pt x="5892" y="2080"/>
                  </a:lnTo>
                  <a:cubicBezTo>
                    <a:pt x="6081" y="2080"/>
                    <a:pt x="6239" y="2237"/>
                    <a:pt x="6239" y="2426"/>
                  </a:cubicBezTo>
                  <a:lnTo>
                    <a:pt x="6239" y="3812"/>
                  </a:lnTo>
                  <a:cubicBezTo>
                    <a:pt x="6239" y="4001"/>
                    <a:pt x="6081" y="4159"/>
                    <a:pt x="5892" y="4159"/>
                  </a:cubicBezTo>
                  <a:lnTo>
                    <a:pt x="4884" y="4159"/>
                  </a:lnTo>
                  <a:lnTo>
                    <a:pt x="4884" y="5199"/>
                  </a:lnTo>
                  <a:cubicBezTo>
                    <a:pt x="4884" y="5388"/>
                    <a:pt x="4727" y="5545"/>
                    <a:pt x="4506" y="5545"/>
                  </a:cubicBezTo>
                  <a:lnTo>
                    <a:pt x="3151" y="5545"/>
                  </a:lnTo>
                  <a:cubicBezTo>
                    <a:pt x="2931" y="5545"/>
                    <a:pt x="2773" y="5388"/>
                    <a:pt x="2773" y="5199"/>
                  </a:cubicBezTo>
                  <a:lnTo>
                    <a:pt x="2773" y="4159"/>
                  </a:lnTo>
                  <a:lnTo>
                    <a:pt x="1765" y="4159"/>
                  </a:lnTo>
                  <a:cubicBezTo>
                    <a:pt x="1576" y="4159"/>
                    <a:pt x="1419" y="4001"/>
                    <a:pt x="1419" y="3812"/>
                  </a:cubicBezTo>
                  <a:lnTo>
                    <a:pt x="1419" y="2426"/>
                  </a:lnTo>
                  <a:cubicBezTo>
                    <a:pt x="1419" y="2237"/>
                    <a:pt x="1576" y="2080"/>
                    <a:pt x="1765" y="2080"/>
                  </a:cubicBezTo>
                  <a:lnTo>
                    <a:pt x="2773" y="2080"/>
                  </a:lnTo>
                  <a:lnTo>
                    <a:pt x="2773" y="1040"/>
                  </a:lnTo>
                  <a:cubicBezTo>
                    <a:pt x="2773" y="851"/>
                    <a:pt x="2931" y="693"/>
                    <a:pt x="3151" y="693"/>
                  </a:cubicBezTo>
                  <a:close/>
                  <a:moveTo>
                    <a:pt x="1" y="0"/>
                  </a:moveTo>
                  <a:lnTo>
                    <a:pt x="1" y="6238"/>
                  </a:lnTo>
                  <a:lnTo>
                    <a:pt x="7625" y="6238"/>
                  </a:lnTo>
                  <a:lnTo>
                    <a:pt x="7625" y="0"/>
                  </a:lnTo>
                  <a:close/>
                </a:path>
              </a:pathLst>
            </a:custGeom>
            <a:grp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Google Shape;519;p40"/>
          <p:cNvSpPr txBox="1"/>
          <p:nvPr/>
        </p:nvSpPr>
        <p:spPr>
          <a:xfrm>
            <a:off x="694725" y="595300"/>
            <a:ext cx="6075600" cy="45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rgbClr val="51AFDB"/>
                </a:solidFill>
                <a:latin typeface="Khand"/>
                <a:ea typeface="Khand"/>
                <a:cs typeface="Khand"/>
                <a:sym typeface="Khand"/>
              </a:rPr>
              <a:t>Firewalls</a:t>
            </a:r>
            <a:endParaRPr sz="3000">
              <a:solidFill>
                <a:srgbClr val="FFFFFF"/>
              </a:solidFill>
              <a:latin typeface="Khand"/>
              <a:ea typeface="Khand"/>
              <a:cs typeface="Khand"/>
              <a:sym typeface="Khand"/>
            </a:endParaRPr>
          </a:p>
        </p:txBody>
      </p:sp>
      <p:pic>
        <p:nvPicPr>
          <p:cNvPr id="520" name="Google Shape;520;p4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94725" y="1370225"/>
            <a:ext cx="2220700" cy="2475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21" name="Google Shape;521;p40"/>
          <p:cNvGrpSpPr/>
          <p:nvPr/>
        </p:nvGrpSpPr>
        <p:grpSpPr>
          <a:xfrm>
            <a:off x="1870104" y="2099218"/>
            <a:ext cx="2100479" cy="2003795"/>
            <a:chOff x="2961500" y="961400"/>
            <a:chExt cx="3221100" cy="3220500"/>
          </a:xfrm>
        </p:grpSpPr>
        <p:sp>
          <p:nvSpPr>
            <p:cNvPr id="522" name="Google Shape;522;p40"/>
            <p:cNvSpPr/>
            <p:nvPr/>
          </p:nvSpPr>
          <p:spPr>
            <a:xfrm>
              <a:off x="2961500" y="961400"/>
              <a:ext cx="3221100" cy="3220500"/>
            </a:xfrm>
            <a:prstGeom prst="ellipse">
              <a:avLst/>
            </a:pr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3" name="Google Shape;523;p40"/>
            <p:cNvSpPr txBox="1"/>
            <p:nvPr/>
          </p:nvSpPr>
          <p:spPr>
            <a:xfrm>
              <a:off x="3590754" y="1200964"/>
              <a:ext cx="1962300" cy="744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FFFFFF"/>
                  </a:solidFill>
                  <a:latin typeface="Karla"/>
                  <a:ea typeface="Karla"/>
                  <a:cs typeface="Karla"/>
                  <a:sym typeface="Karla"/>
                </a:rPr>
                <a:t>Fortinet </a:t>
              </a:r>
              <a:endParaRPr sz="1000">
                <a:solidFill>
                  <a:srgbClr val="FFFFFF"/>
                </a:solidFill>
                <a:latin typeface="Karla"/>
                <a:ea typeface="Karla"/>
                <a:cs typeface="Karla"/>
                <a:sym typeface="Karla"/>
              </a:endParaRPr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FFFFFF"/>
                  </a:solidFill>
                  <a:latin typeface="Karla"/>
                  <a:ea typeface="Karla"/>
                  <a:cs typeface="Karla"/>
                  <a:sym typeface="Karla"/>
                </a:rPr>
                <a:t>Filtro perimetral</a:t>
              </a:r>
              <a:endParaRPr sz="1000">
                <a:solidFill>
                  <a:srgbClr val="FFFFFF"/>
                </a:solidFill>
                <a:latin typeface="Karla"/>
                <a:ea typeface="Karla"/>
                <a:cs typeface="Karla"/>
                <a:sym typeface="Karla"/>
              </a:endParaRPr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524" name="Google Shape;524;p40"/>
          <p:cNvGrpSpPr/>
          <p:nvPr/>
        </p:nvGrpSpPr>
        <p:grpSpPr>
          <a:xfrm>
            <a:off x="2204338" y="2736849"/>
            <a:ext cx="1431816" cy="1366165"/>
            <a:chOff x="3474050" y="1986200"/>
            <a:chExt cx="2195700" cy="2195700"/>
          </a:xfrm>
        </p:grpSpPr>
        <p:sp>
          <p:nvSpPr>
            <p:cNvPr id="525" name="Google Shape;525;p40"/>
            <p:cNvSpPr/>
            <p:nvPr/>
          </p:nvSpPr>
          <p:spPr>
            <a:xfrm>
              <a:off x="3474050" y="1986200"/>
              <a:ext cx="2195700" cy="2195700"/>
            </a:xfrm>
            <a:prstGeom prst="ellipse">
              <a:avLst/>
            </a:prstGeom>
            <a:solidFill>
              <a:srgbClr val="10355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26" name="Google Shape;526;p40"/>
            <p:cNvSpPr txBox="1"/>
            <p:nvPr/>
          </p:nvSpPr>
          <p:spPr>
            <a:xfrm>
              <a:off x="3833274" y="2817050"/>
              <a:ext cx="1477200" cy="534000"/>
            </a:xfrm>
            <a:prstGeom prst="rect">
              <a:avLst/>
            </a:prstGeom>
            <a:solidFill>
              <a:srgbClr val="10355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rgbClr val="FFFFFF"/>
                  </a:solidFill>
                  <a:latin typeface="Karla"/>
                  <a:ea typeface="Karla"/>
                  <a:cs typeface="Karla"/>
                  <a:sym typeface="Karla"/>
                </a:rPr>
                <a:t>Palo Alto Firewall interno</a:t>
              </a:r>
              <a:endParaRPr sz="1000">
                <a:solidFill>
                  <a:srgbClr val="FFFFFF"/>
                </a:solidFill>
                <a:latin typeface="Karla"/>
                <a:ea typeface="Karla"/>
                <a:cs typeface="Karla"/>
                <a:sym typeface="Karla"/>
              </a:endParaRPr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527" name="Google Shape;527;p40"/>
          <p:cNvSpPr txBox="1"/>
          <p:nvPr/>
        </p:nvSpPr>
        <p:spPr>
          <a:xfrm>
            <a:off x="4269129" y="1831888"/>
            <a:ext cx="4122900" cy="103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dirty="0">
                <a:solidFill>
                  <a:srgbClr val="FFFFFF"/>
                </a:solidFill>
                <a:latin typeface="Karla Light"/>
                <a:ea typeface="Karla Light"/>
                <a:cs typeface="Karla Light"/>
                <a:sym typeface="Karla Light"/>
              </a:rPr>
              <a:t>Su rol es  interceptar todo el tráfico entrante desde el exterior y determinar qué puede o no ingresar a la DMZ. Aquí se aplicarán políticas de seguridad clásicas, como control de puertos, IPs permitidas, bloqueo de escaneos, y protección contra ataques de denegación de servicio.</a:t>
            </a:r>
            <a:endParaRPr sz="900" dirty="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00" dirty="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</p:txBody>
      </p:sp>
      <p:cxnSp>
        <p:nvCxnSpPr>
          <p:cNvPr id="528" name="Google Shape;528;p40"/>
          <p:cNvCxnSpPr>
            <a:stCxn id="522" idx="7"/>
          </p:cNvCxnSpPr>
          <p:nvPr/>
        </p:nvCxnSpPr>
        <p:spPr>
          <a:xfrm rot="10800000" flipH="1">
            <a:off x="3662975" y="2302067"/>
            <a:ext cx="543300" cy="90600"/>
          </a:xfrm>
          <a:prstGeom prst="straightConnector1">
            <a:avLst/>
          </a:prstGeom>
          <a:noFill/>
          <a:ln w="9525" cap="flat" cmpd="sng">
            <a:solidFill>
              <a:srgbClr val="51AFDB"/>
            </a:solidFill>
            <a:prstDash val="solid"/>
            <a:round/>
            <a:headEnd type="none" w="med" len="med"/>
            <a:tailEnd type="oval" w="med" len="med"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</p:cxnSp>
      <p:cxnSp>
        <p:nvCxnSpPr>
          <p:cNvPr id="529" name="Google Shape;529;p40"/>
          <p:cNvCxnSpPr/>
          <p:nvPr/>
        </p:nvCxnSpPr>
        <p:spPr>
          <a:xfrm>
            <a:off x="3600129" y="3392506"/>
            <a:ext cx="669000" cy="900"/>
          </a:xfrm>
          <a:prstGeom prst="straightConnector1">
            <a:avLst/>
          </a:prstGeom>
          <a:noFill/>
          <a:ln w="9525" cap="flat" cmpd="sng">
            <a:solidFill>
              <a:srgbClr val="10355F"/>
            </a:solidFill>
            <a:prstDash val="solid"/>
            <a:round/>
            <a:headEnd type="none" w="med" len="med"/>
            <a:tailEnd type="oval" w="med" len="med"/>
          </a:ln>
        </p:spPr>
      </p:cxnSp>
      <p:sp>
        <p:nvSpPr>
          <p:cNvPr id="530" name="Google Shape;530;p40"/>
          <p:cNvSpPr txBox="1"/>
          <p:nvPr/>
        </p:nvSpPr>
        <p:spPr>
          <a:xfrm>
            <a:off x="4304817" y="2927063"/>
            <a:ext cx="4122900" cy="103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 dirty="0">
                <a:solidFill>
                  <a:srgbClr val="FFFFFF"/>
                </a:solidFill>
                <a:latin typeface="Karla Light"/>
                <a:ea typeface="Karla Light"/>
                <a:cs typeface="Karla Light"/>
                <a:sym typeface="Karla Light"/>
              </a:rPr>
              <a:t>Está enfocado hacia dentro. Controla el tráfico que intenta salir de la DMZ hacia la red interna del hospital. Este dispositivo no solo filtra por puertos o direcciones IP, sino que realiza una inspección profunda basada en aplicaciones y servicios específicos.</a:t>
            </a:r>
            <a:endParaRPr sz="900" dirty="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900" dirty="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35" name="Google Shape;535;p41"/>
          <p:cNvGraphicFramePr/>
          <p:nvPr/>
        </p:nvGraphicFramePr>
        <p:xfrm>
          <a:off x="1462150" y="707700"/>
          <a:ext cx="5781675" cy="1747920"/>
        </p:xfrm>
        <a:graphic>
          <a:graphicData uri="http://schemas.openxmlformats.org/drawingml/2006/table">
            <a:tbl>
              <a:tblPr firstRow="1" firstCol="1" bandRow="1">
                <a:noFill/>
                <a:tableStyleId>{B75E2333-3B21-44D1-9068-5403983961C8}</a:tableStyleId>
              </a:tblPr>
              <a:tblGrid>
                <a:gridCol w="11525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525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25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20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620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b="0">
                          <a:solidFill>
                            <a:srgbClr val="FFFFFF"/>
                          </a:solidFill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ID</a:t>
                      </a:r>
                      <a:endParaRPr sz="1000" b="0">
                        <a:solidFill>
                          <a:srgbClr val="FFFFFF"/>
                        </a:solidFill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L="72000" marR="72000" marT="72000" marB="72000" anchor="ctr"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b="0">
                          <a:solidFill>
                            <a:srgbClr val="FFFFFF"/>
                          </a:solidFill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Origen</a:t>
                      </a:r>
                      <a:endParaRPr sz="1000" b="0">
                        <a:solidFill>
                          <a:srgbClr val="FFFFFF"/>
                        </a:solidFill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L="72000" marR="72000" marT="72000" marB="72000" anchor="ctr"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b="0">
                          <a:solidFill>
                            <a:srgbClr val="FFFFFF"/>
                          </a:solidFill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Destino</a:t>
                      </a:r>
                      <a:endParaRPr sz="1000" b="0">
                        <a:solidFill>
                          <a:srgbClr val="FFFFFF"/>
                        </a:solidFill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L="72000" marR="72000" marT="72000" marB="72000" anchor="ctr"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b="0">
                          <a:solidFill>
                            <a:srgbClr val="FFFFFF"/>
                          </a:solidFill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Servicio</a:t>
                      </a:r>
                      <a:endParaRPr sz="1000" b="0">
                        <a:solidFill>
                          <a:srgbClr val="FFFFFF"/>
                        </a:solidFill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L="72000" marR="72000" marT="72000" marB="72000" anchor="ctr"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b="0">
                          <a:solidFill>
                            <a:srgbClr val="FFFFFF"/>
                          </a:solidFill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Acción</a:t>
                      </a:r>
                      <a:endParaRPr sz="1000" b="0">
                        <a:solidFill>
                          <a:srgbClr val="FFFFFF"/>
                        </a:solidFill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L="72000" marR="72000" marT="72000" marB="72000" anchor="ctr">
                    <a:solidFill>
                      <a:srgbClr val="4F81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1</a:t>
                      </a:r>
                      <a:endParaRPr sz="800" b="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L="72000" marR="72000" marT="72000" marB="72000" anchor="ctr"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Internet</a:t>
                      </a:r>
                      <a:endParaRPr sz="8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L="72000" marR="72000" marT="72000" marB="72000" anchor="ctr"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web_server_dmz</a:t>
                      </a:r>
                      <a:endParaRPr sz="8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L="72000" marR="72000" marT="72000" marB="72000" anchor="ctr"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HTTP, HTTPS</a:t>
                      </a:r>
                      <a:endParaRPr sz="8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L="72000" marR="72000" marT="72000" marB="72000" anchor="ctr"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Allow</a:t>
                      </a:r>
                      <a:endParaRPr sz="8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L="72000" marR="72000" marT="72000" marB="72000" anchor="ctr"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2</a:t>
                      </a:r>
                      <a:endParaRPr sz="800" b="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L="72000" marR="72000" marT="72000" marB="72000" anchor="ctr"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host_gestion_remoto</a:t>
                      </a:r>
                      <a:endParaRPr sz="8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L="72000" marR="72000" marT="72000" marB="72000" anchor="ctr"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fw_fortinet</a:t>
                      </a:r>
                      <a:endParaRPr sz="8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L="72000" marR="72000" marT="72000" marB="72000" anchor="ctr"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SSH, HTTPS</a:t>
                      </a:r>
                      <a:endParaRPr sz="8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L="72000" marR="72000" marT="72000" marB="72000" anchor="ctr"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Allow</a:t>
                      </a:r>
                      <a:endParaRPr sz="8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L="72000" marR="72000" marT="72000" marB="72000" anchor="ctr">
                    <a:solidFill>
                      <a:srgbClr val="C9D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3</a:t>
                      </a:r>
                      <a:endParaRPr sz="800" b="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L="72000" marR="72000" marT="72000" marB="72000" anchor="ctr"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web_server_dmz</a:t>
                      </a:r>
                      <a:endParaRPr sz="8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L="72000" marR="72000" marT="72000" marB="72000" anchor="ctr"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Internet</a:t>
                      </a:r>
                      <a:endParaRPr sz="8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L="72000" marR="72000" marT="72000" marB="72000" anchor="ctr"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Established</a:t>
                      </a:r>
                      <a:endParaRPr sz="8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L="72000" marR="72000" marT="72000" marB="72000" anchor="ctr"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Allow</a:t>
                      </a:r>
                      <a:endParaRPr sz="8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L="72000" marR="72000" marT="72000" marB="72000" anchor="ctr"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4</a:t>
                      </a:r>
                      <a:endParaRPr sz="800" b="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L="72000" marR="72000" marT="72000" marB="72000" anchor="ctr"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web_server_dmz</a:t>
                      </a:r>
                      <a:endParaRPr sz="8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L="72000" marR="72000" marT="72000" marB="72000" anchor="ctr"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Red interna</a:t>
                      </a:r>
                      <a:endParaRPr sz="8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L="72000" marR="72000" marT="72000" marB="72000" anchor="ctr"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All</a:t>
                      </a:r>
                      <a:endParaRPr sz="8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L="72000" marR="72000" marT="72000" marB="72000" anchor="ctr"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Deny</a:t>
                      </a:r>
                      <a:endParaRPr sz="8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L="72000" marR="72000" marT="72000" marB="72000" anchor="ctr">
                    <a:solidFill>
                      <a:srgbClr val="C9D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999</a:t>
                      </a:r>
                      <a:endParaRPr sz="800" b="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L="72000" marR="72000" marT="72000" marB="72000" anchor="ctr"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Any</a:t>
                      </a:r>
                      <a:endParaRPr sz="8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L="72000" marR="72000" marT="72000" marB="72000" anchor="ctr"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Any</a:t>
                      </a:r>
                      <a:endParaRPr sz="8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L="72000" marR="72000" marT="72000" marB="72000" anchor="ctr"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All</a:t>
                      </a:r>
                      <a:endParaRPr sz="8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L="72000" marR="72000" marT="72000" marB="72000" anchor="ctr"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Deny (catch-all)</a:t>
                      </a:r>
                      <a:endParaRPr sz="8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L="72000" marR="72000" marT="72000" marB="72000" anchor="ctr"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pic>
        <p:nvPicPr>
          <p:cNvPr id="536" name="Google Shape;536;p4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15520" y="125650"/>
            <a:ext cx="2280926" cy="509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7" name="Google Shape;537;p4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383700" y="2539438"/>
            <a:ext cx="1375626" cy="687825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538" name="Google Shape;538;p41"/>
          <p:cNvGraphicFramePr/>
          <p:nvPr/>
        </p:nvGraphicFramePr>
        <p:xfrm>
          <a:off x="1462150" y="3114400"/>
          <a:ext cx="5781675" cy="1634400"/>
        </p:xfrm>
        <a:graphic>
          <a:graphicData uri="http://schemas.openxmlformats.org/drawingml/2006/table">
            <a:tbl>
              <a:tblPr firstRow="1" firstCol="1" bandRow="1">
                <a:noFill/>
                <a:tableStyleId>{B75E2333-3B21-44D1-9068-5403983961C8}</a:tableStyleId>
              </a:tblPr>
              <a:tblGrid>
                <a:gridCol w="11965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18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5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173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499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b="0">
                          <a:solidFill>
                            <a:srgbClr val="FFFFFF"/>
                          </a:solidFill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Nombre</a:t>
                      </a:r>
                      <a:endParaRPr sz="1000" b="0">
                        <a:solidFill>
                          <a:srgbClr val="FFFFFF"/>
                        </a:solidFill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L="68575" marR="68575" marT="0" marB="0" anchor="ctr"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b="0">
                          <a:solidFill>
                            <a:srgbClr val="FFFFFF"/>
                          </a:solidFill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De zona</a:t>
                      </a:r>
                      <a:endParaRPr sz="1000" b="0">
                        <a:solidFill>
                          <a:srgbClr val="FFFFFF"/>
                        </a:solidFill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L="68575" marR="68575" marT="0" marB="0" anchor="ctr"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b="0">
                          <a:solidFill>
                            <a:srgbClr val="FFFFFF"/>
                          </a:solidFill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A zona</a:t>
                      </a:r>
                      <a:endParaRPr sz="1000" b="0">
                        <a:solidFill>
                          <a:srgbClr val="FFFFFF"/>
                        </a:solidFill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L="68575" marR="68575" marT="0" marB="0" anchor="ctr"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b="0">
                          <a:solidFill>
                            <a:srgbClr val="FFFFFF"/>
                          </a:solidFill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Aplicación / Servicio</a:t>
                      </a:r>
                      <a:endParaRPr sz="1000" b="0">
                        <a:solidFill>
                          <a:srgbClr val="FFFFFF"/>
                        </a:solidFill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L="68575" marR="68575" marT="0" marB="0" anchor="ctr"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 b="0">
                          <a:solidFill>
                            <a:srgbClr val="FFFFFF"/>
                          </a:solidFill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Acción</a:t>
                      </a:r>
                      <a:endParaRPr sz="1000" b="0">
                        <a:solidFill>
                          <a:srgbClr val="FFFFFF"/>
                        </a:solidFill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L="68575" marR="68575" marT="0" marB="0" anchor="ctr">
                    <a:solidFill>
                      <a:srgbClr val="4F81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allow_dmz_db</a:t>
                      </a:r>
                      <a:endParaRPr sz="800" b="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L="72000" marR="72000" marT="72000" marB="72000" anchor="ctr"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dmz</a:t>
                      </a:r>
                      <a:endParaRPr sz="8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L="72000" marR="72000" marT="72000" marB="72000" anchor="ctr"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intranet</a:t>
                      </a:r>
                      <a:endParaRPr sz="8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L="72000" marR="72000" marT="72000" marB="72000" anchor="ctr"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PostgreSQL</a:t>
                      </a:r>
                      <a:endParaRPr sz="8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L="72000" marR="72000" marT="72000" marB="72000" anchor="ctr"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Allow</a:t>
                      </a:r>
                      <a:endParaRPr sz="8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L="72000" marR="72000" marT="72000" marB="72000" anchor="ctr"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allow_dmz_dns</a:t>
                      </a:r>
                      <a:endParaRPr sz="800" b="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L="72000" marR="72000" marT="72000" marB="72000" anchor="ctr"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dmz</a:t>
                      </a:r>
                      <a:endParaRPr sz="8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L="72000" marR="72000" marT="72000" marB="72000" anchor="ctr"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intranet</a:t>
                      </a:r>
                      <a:endParaRPr sz="8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L="72000" marR="72000" marT="72000" marB="72000" anchor="ctr"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DNS</a:t>
                      </a:r>
                      <a:endParaRPr sz="8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L="72000" marR="72000" marT="72000" marB="72000" anchor="ctr"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Allow</a:t>
                      </a:r>
                      <a:endParaRPr sz="8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L="72000" marR="72000" marT="72000" marB="72000" anchor="ctr">
                    <a:solidFill>
                      <a:srgbClr val="C9D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allow_mgmt_pa</a:t>
                      </a:r>
                      <a:endParaRPr sz="800" b="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L="72000" marR="72000" marT="72000" marB="72000" anchor="ctr"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intranet</a:t>
                      </a:r>
                      <a:endParaRPr sz="8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L="72000" marR="72000" marT="72000" marB="72000" anchor="ctr"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intranet</a:t>
                      </a:r>
                      <a:endParaRPr sz="8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L="72000" marR="72000" marT="72000" marB="72000" anchor="ctr"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SSH, HTTPS</a:t>
                      </a:r>
                      <a:endParaRPr sz="8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L="72000" marR="72000" marT="72000" marB="72000" anchor="ctr"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Allow</a:t>
                      </a:r>
                      <a:endParaRPr sz="8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L="72000" marR="72000" marT="72000" marB="72000" anchor="ctr"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block_dmz_internal</a:t>
                      </a:r>
                      <a:endParaRPr sz="800" b="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L="72000" marR="72000" marT="72000" marB="72000" anchor="ctr"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dmz</a:t>
                      </a:r>
                      <a:endParaRPr sz="8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L="72000" marR="72000" marT="72000" marB="72000" anchor="ctr"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intranet</a:t>
                      </a:r>
                      <a:endParaRPr sz="8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L="72000" marR="72000" marT="72000" marB="72000" anchor="ctr"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All</a:t>
                      </a:r>
                      <a:endParaRPr sz="8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L="72000" marR="72000" marT="72000" marB="72000" anchor="ctr"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Deny</a:t>
                      </a:r>
                      <a:endParaRPr sz="8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L="72000" marR="72000" marT="72000" marB="72000" anchor="ctr">
                    <a:solidFill>
                      <a:srgbClr val="C9D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deny_all</a:t>
                      </a:r>
                      <a:endParaRPr sz="800" b="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L="72000" marR="72000" marT="72000" marB="72000" anchor="ctr"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any</a:t>
                      </a:r>
                      <a:endParaRPr sz="8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L="72000" marR="72000" marT="72000" marB="72000" anchor="ctr"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any</a:t>
                      </a:r>
                      <a:endParaRPr sz="8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L="72000" marR="72000" marT="72000" marB="72000" anchor="ctr"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All</a:t>
                      </a:r>
                      <a:endParaRPr sz="8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L="72000" marR="72000" marT="72000" marB="72000" anchor="ctr"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Deny</a:t>
                      </a:r>
                      <a:endParaRPr sz="8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L="72000" marR="72000" marT="72000" marB="72000" anchor="ctr"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3" name="Google Shape;543;p42"/>
          <p:cNvSpPr txBox="1"/>
          <p:nvPr/>
        </p:nvSpPr>
        <p:spPr>
          <a:xfrm>
            <a:off x="1937575" y="682935"/>
            <a:ext cx="4865400" cy="45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dirty="0">
                <a:solidFill>
                  <a:srgbClr val="51AFDB"/>
                </a:solidFill>
                <a:latin typeface="Khand"/>
                <a:ea typeface="Khand"/>
                <a:cs typeface="Khand"/>
                <a:sym typeface="Khand"/>
              </a:rPr>
              <a:t>Entorno de pruebas</a:t>
            </a:r>
            <a:endParaRPr sz="3000" dirty="0">
              <a:solidFill>
                <a:srgbClr val="FFFFFF"/>
              </a:solidFill>
              <a:latin typeface="Khand"/>
              <a:ea typeface="Khand"/>
              <a:cs typeface="Khand"/>
              <a:sym typeface="Khand"/>
            </a:endParaRPr>
          </a:p>
        </p:txBody>
      </p:sp>
      <p:grpSp>
        <p:nvGrpSpPr>
          <p:cNvPr id="544" name="Google Shape;544;p42"/>
          <p:cNvGrpSpPr/>
          <p:nvPr/>
        </p:nvGrpSpPr>
        <p:grpSpPr>
          <a:xfrm>
            <a:off x="1413930" y="682935"/>
            <a:ext cx="353757" cy="352565"/>
            <a:chOff x="-26980600" y="3175500"/>
            <a:chExt cx="296950" cy="295950"/>
          </a:xfrm>
        </p:grpSpPr>
        <p:sp>
          <p:nvSpPr>
            <p:cNvPr id="545" name="Google Shape;545;p42"/>
            <p:cNvSpPr/>
            <p:nvPr/>
          </p:nvSpPr>
          <p:spPr>
            <a:xfrm>
              <a:off x="-26798650" y="3175500"/>
              <a:ext cx="115000" cy="114025"/>
            </a:xfrm>
            <a:custGeom>
              <a:avLst/>
              <a:gdLst/>
              <a:ahLst/>
              <a:cxnLst/>
              <a:rect l="l" t="t" r="r" b="b"/>
              <a:pathLst>
                <a:path w="4600" h="4561" extrusionOk="0">
                  <a:moveTo>
                    <a:pt x="1115" y="0"/>
                  </a:moveTo>
                  <a:cubicBezTo>
                    <a:pt x="851" y="0"/>
                    <a:pt x="583" y="102"/>
                    <a:pt x="378" y="307"/>
                  </a:cubicBezTo>
                  <a:cubicBezTo>
                    <a:pt x="0" y="685"/>
                    <a:pt x="0" y="1378"/>
                    <a:pt x="378" y="1756"/>
                  </a:cubicBezTo>
                  <a:lnTo>
                    <a:pt x="2773" y="4245"/>
                  </a:lnTo>
                  <a:cubicBezTo>
                    <a:pt x="2962" y="4434"/>
                    <a:pt x="3245" y="4560"/>
                    <a:pt x="3529" y="4560"/>
                  </a:cubicBezTo>
                  <a:cubicBezTo>
                    <a:pt x="3812" y="4560"/>
                    <a:pt x="4064" y="4434"/>
                    <a:pt x="4285" y="4245"/>
                  </a:cubicBezTo>
                  <a:cubicBezTo>
                    <a:pt x="4474" y="4056"/>
                    <a:pt x="4600" y="3773"/>
                    <a:pt x="4600" y="3489"/>
                  </a:cubicBezTo>
                  <a:cubicBezTo>
                    <a:pt x="4600" y="3206"/>
                    <a:pt x="4474" y="2954"/>
                    <a:pt x="4285" y="2733"/>
                  </a:cubicBezTo>
                  <a:lnTo>
                    <a:pt x="1828" y="307"/>
                  </a:lnTo>
                  <a:cubicBezTo>
                    <a:pt x="1639" y="102"/>
                    <a:pt x="1379" y="0"/>
                    <a:pt x="1115" y="0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6" name="Google Shape;546;p42"/>
            <p:cNvSpPr/>
            <p:nvPr/>
          </p:nvSpPr>
          <p:spPr>
            <a:xfrm>
              <a:off x="-26980600" y="3325725"/>
              <a:ext cx="168575" cy="145725"/>
            </a:xfrm>
            <a:custGeom>
              <a:avLst/>
              <a:gdLst/>
              <a:ahLst/>
              <a:cxnLst/>
              <a:rect l="l" t="t" r="r" b="b"/>
              <a:pathLst>
                <a:path w="6743" h="5829" extrusionOk="0">
                  <a:moveTo>
                    <a:pt x="3797" y="2167"/>
                  </a:moveTo>
                  <a:cubicBezTo>
                    <a:pt x="3884" y="2167"/>
                    <a:pt x="3970" y="2190"/>
                    <a:pt x="4033" y="2237"/>
                  </a:cubicBezTo>
                  <a:cubicBezTo>
                    <a:pt x="4159" y="2363"/>
                    <a:pt x="4159" y="2616"/>
                    <a:pt x="4033" y="2710"/>
                  </a:cubicBezTo>
                  <a:cubicBezTo>
                    <a:pt x="3970" y="2773"/>
                    <a:pt x="3884" y="2805"/>
                    <a:pt x="3797" y="2805"/>
                  </a:cubicBezTo>
                  <a:cubicBezTo>
                    <a:pt x="3710" y="2805"/>
                    <a:pt x="3624" y="2773"/>
                    <a:pt x="3561" y="2710"/>
                  </a:cubicBezTo>
                  <a:cubicBezTo>
                    <a:pt x="3435" y="2616"/>
                    <a:pt x="3435" y="2363"/>
                    <a:pt x="3561" y="2237"/>
                  </a:cubicBezTo>
                  <a:cubicBezTo>
                    <a:pt x="3624" y="2190"/>
                    <a:pt x="3710" y="2167"/>
                    <a:pt x="3797" y="2167"/>
                  </a:cubicBezTo>
                  <a:close/>
                  <a:moveTo>
                    <a:pt x="2336" y="2639"/>
                  </a:moveTo>
                  <a:cubicBezTo>
                    <a:pt x="2426" y="2639"/>
                    <a:pt x="2521" y="2663"/>
                    <a:pt x="2584" y="2710"/>
                  </a:cubicBezTo>
                  <a:cubicBezTo>
                    <a:pt x="2679" y="2836"/>
                    <a:pt x="2679" y="3057"/>
                    <a:pt x="2584" y="3183"/>
                  </a:cubicBezTo>
                  <a:cubicBezTo>
                    <a:pt x="2521" y="3246"/>
                    <a:pt x="2426" y="3277"/>
                    <a:pt x="2336" y="3277"/>
                  </a:cubicBezTo>
                  <a:cubicBezTo>
                    <a:pt x="2245" y="3277"/>
                    <a:pt x="2159" y="3246"/>
                    <a:pt x="2111" y="3183"/>
                  </a:cubicBezTo>
                  <a:cubicBezTo>
                    <a:pt x="1985" y="3057"/>
                    <a:pt x="1985" y="2868"/>
                    <a:pt x="2111" y="2710"/>
                  </a:cubicBezTo>
                  <a:cubicBezTo>
                    <a:pt x="2159" y="2663"/>
                    <a:pt x="2245" y="2639"/>
                    <a:pt x="2336" y="2639"/>
                  </a:cubicBezTo>
                  <a:close/>
                  <a:moveTo>
                    <a:pt x="2931" y="1"/>
                  </a:moveTo>
                  <a:lnTo>
                    <a:pt x="599" y="2332"/>
                  </a:lnTo>
                  <a:cubicBezTo>
                    <a:pt x="221" y="2710"/>
                    <a:pt x="1" y="3214"/>
                    <a:pt x="1" y="3781"/>
                  </a:cubicBezTo>
                  <a:cubicBezTo>
                    <a:pt x="1" y="4317"/>
                    <a:pt x="221" y="4852"/>
                    <a:pt x="599" y="5230"/>
                  </a:cubicBezTo>
                  <a:cubicBezTo>
                    <a:pt x="1009" y="5608"/>
                    <a:pt x="1513" y="5829"/>
                    <a:pt x="2048" y="5829"/>
                  </a:cubicBezTo>
                  <a:cubicBezTo>
                    <a:pt x="2616" y="5829"/>
                    <a:pt x="3120" y="5640"/>
                    <a:pt x="3529" y="5230"/>
                  </a:cubicBezTo>
                  <a:lnTo>
                    <a:pt x="6743" y="2048"/>
                  </a:lnTo>
                  <a:cubicBezTo>
                    <a:pt x="6743" y="2017"/>
                    <a:pt x="6711" y="1954"/>
                    <a:pt x="6711" y="1922"/>
                  </a:cubicBezTo>
                  <a:cubicBezTo>
                    <a:pt x="6396" y="1418"/>
                    <a:pt x="5829" y="1103"/>
                    <a:pt x="5136" y="1103"/>
                  </a:cubicBezTo>
                  <a:lnTo>
                    <a:pt x="5104" y="1103"/>
                  </a:lnTo>
                  <a:cubicBezTo>
                    <a:pt x="5075" y="1104"/>
                    <a:pt x="5045" y="1105"/>
                    <a:pt x="5016" y="1105"/>
                  </a:cubicBezTo>
                  <a:cubicBezTo>
                    <a:pt x="4168" y="1105"/>
                    <a:pt x="3387" y="670"/>
                    <a:pt x="2931" y="1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7" name="Google Shape;547;p42"/>
            <p:cNvSpPr/>
            <p:nvPr/>
          </p:nvSpPr>
          <p:spPr>
            <a:xfrm>
              <a:off x="-26893950" y="3226500"/>
              <a:ext cx="159125" cy="137850"/>
            </a:xfrm>
            <a:custGeom>
              <a:avLst/>
              <a:gdLst/>
              <a:ahLst/>
              <a:cxnLst/>
              <a:rect l="l" t="t" r="r" b="b"/>
              <a:pathLst>
                <a:path w="6365" h="5514" extrusionOk="0">
                  <a:moveTo>
                    <a:pt x="3403" y="0"/>
                  </a:moveTo>
                  <a:lnTo>
                    <a:pt x="2678" y="693"/>
                  </a:lnTo>
                  <a:lnTo>
                    <a:pt x="2300" y="1103"/>
                  </a:lnTo>
                  <a:lnTo>
                    <a:pt x="3056" y="1859"/>
                  </a:lnTo>
                  <a:cubicBezTo>
                    <a:pt x="3151" y="1953"/>
                    <a:pt x="3151" y="2205"/>
                    <a:pt x="3056" y="2331"/>
                  </a:cubicBezTo>
                  <a:cubicBezTo>
                    <a:pt x="2962" y="2394"/>
                    <a:pt x="2899" y="2426"/>
                    <a:pt x="2804" y="2426"/>
                  </a:cubicBezTo>
                  <a:cubicBezTo>
                    <a:pt x="2741" y="2426"/>
                    <a:pt x="2615" y="2394"/>
                    <a:pt x="2584" y="2331"/>
                  </a:cubicBezTo>
                  <a:lnTo>
                    <a:pt x="1827" y="1575"/>
                  </a:lnTo>
                  <a:lnTo>
                    <a:pt x="1355" y="2048"/>
                  </a:lnTo>
                  <a:lnTo>
                    <a:pt x="2111" y="2804"/>
                  </a:lnTo>
                  <a:cubicBezTo>
                    <a:pt x="2205" y="2898"/>
                    <a:pt x="2205" y="3150"/>
                    <a:pt x="2111" y="3277"/>
                  </a:cubicBezTo>
                  <a:cubicBezTo>
                    <a:pt x="2016" y="3340"/>
                    <a:pt x="1953" y="3371"/>
                    <a:pt x="1859" y="3371"/>
                  </a:cubicBezTo>
                  <a:cubicBezTo>
                    <a:pt x="1796" y="3371"/>
                    <a:pt x="1670" y="3340"/>
                    <a:pt x="1638" y="3277"/>
                  </a:cubicBezTo>
                  <a:lnTo>
                    <a:pt x="882" y="2520"/>
                  </a:lnTo>
                  <a:lnTo>
                    <a:pt x="0" y="3371"/>
                  </a:lnTo>
                  <a:cubicBezTo>
                    <a:pt x="0" y="3403"/>
                    <a:pt x="63" y="3466"/>
                    <a:pt x="63" y="3497"/>
                  </a:cubicBezTo>
                  <a:cubicBezTo>
                    <a:pt x="364" y="4068"/>
                    <a:pt x="894" y="4381"/>
                    <a:pt x="1490" y="4381"/>
                  </a:cubicBezTo>
                  <a:cubicBezTo>
                    <a:pt x="1518" y="4381"/>
                    <a:pt x="1547" y="4381"/>
                    <a:pt x="1575" y="4379"/>
                  </a:cubicBezTo>
                  <a:cubicBezTo>
                    <a:pt x="1890" y="4379"/>
                    <a:pt x="2174" y="4411"/>
                    <a:pt x="2458" y="4474"/>
                  </a:cubicBezTo>
                  <a:cubicBezTo>
                    <a:pt x="2993" y="4631"/>
                    <a:pt x="3529" y="5009"/>
                    <a:pt x="3781" y="5513"/>
                  </a:cubicBezTo>
                  <a:lnTo>
                    <a:pt x="6364" y="2961"/>
                  </a:lnTo>
                  <a:lnTo>
                    <a:pt x="3403" y="0"/>
                  </a:ln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aphicFrame>
        <p:nvGraphicFramePr>
          <p:cNvPr id="548" name="Google Shape;548;p42"/>
          <p:cNvGraphicFramePr/>
          <p:nvPr>
            <p:extLst>
              <p:ext uri="{D42A27DB-BD31-4B8C-83A1-F6EECF244321}">
                <p14:modId xmlns:p14="http://schemas.microsoft.com/office/powerpoint/2010/main" val="2199571579"/>
              </p:ext>
            </p:extLst>
          </p:nvPr>
        </p:nvGraphicFramePr>
        <p:xfrm>
          <a:off x="993774" y="1550549"/>
          <a:ext cx="7058026" cy="3172272"/>
        </p:xfrm>
        <a:graphic>
          <a:graphicData uri="http://schemas.openxmlformats.org/drawingml/2006/table">
            <a:tbl>
              <a:tblPr firstRow="1" firstCol="1" bandRow="1">
                <a:noFill/>
                <a:tableStyleId>{B75E2333-3B21-44D1-9068-5403983961C8}</a:tableStyleId>
              </a:tblPr>
              <a:tblGrid>
                <a:gridCol w="16649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649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649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6317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35021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0" dirty="0">
                          <a:solidFill>
                            <a:srgbClr val="FFFFFF"/>
                          </a:solidFill>
                          <a:latin typeface="Karla"/>
                          <a:ea typeface="Karla"/>
                          <a:cs typeface="Karla"/>
                          <a:sym typeface="Karla"/>
                        </a:rPr>
                        <a:t>Nodo</a:t>
                      </a:r>
                      <a:endParaRPr sz="800" b="0" dirty="0">
                        <a:solidFill>
                          <a:srgbClr val="FFFFFF"/>
                        </a:solidFill>
                        <a:latin typeface="Karla"/>
                        <a:ea typeface="Karla"/>
                        <a:cs typeface="Karla"/>
                        <a:sym typeface="Karla"/>
                      </a:endParaRPr>
                    </a:p>
                  </a:txBody>
                  <a:tcPr marL="108000" marR="108000" marT="108000" marB="108000" anchor="ctr"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0">
                          <a:solidFill>
                            <a:srgbClr val="FFFFFF"/>
                          </a:solidFill>
                          <a:latin typeface="Karla"/>
                          <a:ea typeface="Karla"/>
                          <a:cs typeface="Karla"/>
                          <a:sym typeface="Karla"/>
                        </a:rPr>
                        <a:t>Rol / Tipo</a:t>
                      </a:r>
                      <a:endParaRPr sz="800" b="0">
                        <a:solidFill>
                          <a:srgbClr val="FFFFFF"/>
                        </a:solidFill>
                        <a:latin typeface="Karla"/>
                        <a:ea typeface="Karla"/>
                        <a:cs typeface="Karla"/>
                        <a:sym typeface="Karla"/>
                      </a:endParaRPr>
                    </a:p>
                  </a:txBody>
                  <a:tcPr marL="108000" marR="108000" marT="108000" marB="108000" anchor="ctr"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0">
                          <a:solidFill>
                            <a:srgbClr val="FFFFFF"/>
                          </a:solidFill>
                          <a:latin typeface="Karla"/>
                          <a:ea typeface="Karla"/>
                          <a:cs typeface="Karla"/>
                          <a:sym typeface="Karla"/>
                        </a:rPr>
                        <a:t>Imagen utilizada</a:t>
                      </a:r>
                      <a:endParaRPr sz="800" b="0">
                        <a:solidFill>
                          <a:srgbClr val="FFFFFF"/>
                        </a:solidFill>
                        <a:latin typeface="Karla"/>
                        <a:ea typeface="Karla"/>
                        <a:cs typeface="Karla"/>
                        <a:sym typeface="Karla"/>
                      </a:endParaRPr>
                    </a:p>
                  </a:txBody>
                  <a:tcPr marL="108000" marR="108000" marT="108000" marB="108000" anchor="ctr">
                    <a:solidFill>
                      <a:srgbClr val="4F81BD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b="0">
                          <a:solidFill>
                            <a:srgbClr val="FFFFFF"/>
                          </a:solidFill>
                          <a:latin typeface="Karla"/>
                          <a:ea typeface="Karla"/>
                          <a:cs typeface="Karla"/>
                          <a:sym typeface="Karla"/>
                        </a:rPr>
                        <a:t>Función principal</a:t>
                      </a:r>
                      <a:endParaRPr sz="800" b="0">
                        <a:solidFill>
                          <a:srgbClr val="FFFFFF"/>
                        </a:solidFill>
                        <a:latin typeface="Karla"/>
                        <a:ea typeface="Karla"/>
                        <a:cs typeface="Karla"/>
                        <a:sym typeface="Karla"/>
                      </a:endParaRPr>
                    </a:p>
                  </a:txBody>
                  <a:tcPr marL="108000" marR="108000" marT="108000" marB="108000" anchor="ctr">
                    <a:solidFill>
                      <a:srgbClr val="4F81B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4294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00" b="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spine1/2</a:t>
                      </a:r>
                      <a:endParaRPr sz="700" b="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L="72000" marR="72000" marT="72000" marB="72000" anchor="ctr"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Spine switches</a:t>
                      </a:r>
                      <a:endParaRPr sz="7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L="72000" marR="72000" marT="72000" marB="72000" anchor="ctr"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vrnetlab/cisco_iol</a:t>
                      </a:r>
                      <a:endParaRPr sz="7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L="72000" marR="72000" marT="72000" marB="72000" anchor="ctr"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Núcleo de distribución de tráfico entre hojas</a:t>
                      </a:r>
                      <a:endParaRPr sz="7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L="72000" marR="72000" marT="72000" marB="72000" anchor="ctr"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4294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00" b="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leaf1-4</a:t>
                      </a:r>
                      <a:endParaRPr sz="700" b="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L="72000" marR="72000" marT="72000" marB="72000" anchor="ctr"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Switches de acceso</a:t>
                      </a:r>
                      <a:endParaRPr sz="7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L="72000" marR="72000" marT="72000" marB="72000" anchor="ctr"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vrnetlab/cisco_iol</a:t>
                      </a:r>
                      <a:endParaRPr sz="7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L="72000" marR="72000" marT="72000" marB="72000" anchor="ctr"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Acceso por VLAN según zona funcional</a:t>
                      </a:r>
                      <a:endParaRPr sz="7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L="72000" marR="72000" marT="72000" marB="72000" anchor="ctr">
                    <a:solidFill>
                      <a:srgbClr val="C9D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4294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00" b="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border-leaf1/2</a:t>
                      </a:r>
                      <a:endParaRPr sz="700" b="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L="72000" marR="72000" marT="72000" marB="72000" anchor="ctr"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Conectores a firewalls</a:t>
                      </a:r>
                      <a:endParaRPr sz="7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L="72000" marR="72000" marT="72000" marB="72000" anchor="ctr"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vrnetlab/cisco_iol</a:t>
                      </a:r>
                      <a:endParaRPr sz="7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L="72000" marR="72000" marT="72000" marB="72000" anchor="ctr"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Conexión entre red interna y firewalls</a:t>
                      </a:r>
                      <a:endParaRPr sz="7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L="72000" marR="72000" marT="72000" marB="72000" anchor="ctr"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4294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00" b="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fw_fortinet</a:t>
                      </a:r>
                      <a:endParaRPr sz="700" b="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L="72000" marR="72000" marT="72000" marB="72000" anchor="ctr"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Firewall perimetral externo</a:t>
                      </a:r>
                      <a:endParaRPr sz="7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L="72000" marR="72000" marT="72000" marB="72000" anchor="ctr"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vrnetlab/vr-fortios:fortios</a:t>
                      </a:r>
                      <a:endParaRPr sz="7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L="72000" marR="72000" marT="72000" marB="72000" anchor="ctr"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Filtrado inicial desde el exterior (Internet)</a:t>
                      </a:r>
                      <a:endParaRPr sz="7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L="72000" marR="72000" marT="72000" marB="72000" anchor="ctr">
                    <a:solidFill>
                      <a:srgbClr val="C9D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4294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00" b="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fw_paloalto</a:t>
                      </a:r>
                      <a:endParaRPr sz="700" b="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L="72000" marR="72000" marT="72000" marB="72000" anchor="ctr"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Firewall interno DMZ</a:t>
                      </a:r>
                      <a:endParaRPr sz="7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L="72000" marR="72000" marT="72000" marB="72000" anchor="ctr"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vrnetlab/paloalto_pa-vm:10.0.11</a:t>
                      </a:r>
                      <a:endParaRPr sz="7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L="72000" marR="72000" marT="72000" marB="72000" anchor="ctr"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Control del tráfico entre DMZ y red interna</a:t>
                      </a:r>
                      <a:endParaRPr sz="7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L="72000" marR="72000" marT="72000" marB="72000" anchor="ctr"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4294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00" b="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web_server_dmz</a:t>
                      </a:r>
                      <a:endParaRPr sz="700" b="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L="72000" marR="72000" marT="72000" marB="72000" anchor="ctr"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Servidor expuesto (DMZ)</a:t>
                      </a:r>
                      <a:endParaRPr sz="7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L="72000" marR="72000" marT="72000" marB="72000" anchor="ctr"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00" dirty="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debian:latest</a:t>
                      </a:r>
                      <a:endParaRPr sz="700" dirty="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L="72000" marR="72000" marT="72000" marB="72000" anchor="ctr"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Publicación de resultados o formularios web</a:t>
                      </a:r>
                      <a:endParaRPr sz="7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L="72000" marR="72000" marT="72000" marB="72000" anchor="ctr">
                    <a:solidFill>
                      <a:srgbClr val="C9D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4294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00" b="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dns_dhcp_server, base_datos</a:t>
                      </a:r>
                      <a:endParaRPr sz="700" b="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L="72000" marR="72000" marT="72000" marB="72000" anchor="ctr"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Servicios internos</a:t>
                      </a:r>
                      <a:endParaRPr sz="7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L="72000" marR="72000" marT="72000" marB="72000" anchor="ctr"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00" dirty="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debian:latest</a:t>
                      </a:r>
                      <a:endParaRPr sz="700" dirty="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L="72000" marR="72000" marT="72000" marB="72000" anchor="ctr"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Infraestructura de red y servicios clínicos</a:t>
                      </a:r>
                      <a:endParaRPr sz="7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L="72000" marR="72000" marT="72000" marB="72000" anchor="ctr"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4294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00" b="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camaraX, host_gestion, host_electro</a:t>
                      </a:r>
                      <a:endParaRPr sz="700" b="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L="72000" marR="72000" marT="72000" marB="72000" anchor="ctr"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Clientes y dispositivos</a:t>
                      </a:r>
                      <a:endParaRPr sz="7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L="72000" marR="72000" marT="72000" marB="72000" anchor="ctr"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0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alpine:latest</a:t>
                      </a:r>
                      <a:endParaRPr sz="70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L="72000" marR="72000" marT="72000" marB="72000" anchor="ctr">
                    <a:solidFill>
                      <a:srgbClr val="C9DAF8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700" dirty="0">
                          <a:latin typeface="Karla Light"/>
                          <a:ea typeface="Karla Light"/>
                          <a:cs typeface="Karla Light"/>
                          <a:sym typeface="Karla Light"/>
                        </a:rPr>
                        <a:t>Equipos conectados según función</a:t>
                      </a:r>
                      <a:endParaRPr sz="700" dirty="0">
                        <a:latin typeface="Karla Light"/>
                        <a:ea typeface="Karla Light"/>
                        <a:cs typeface="Karla Light"/>
                        <a:sym typeface="Karla Light"/>
                      </a:endParaRPr>
                    </a:p>
                  </a:txBody>
                  <a:tcPr marL="72000" marR="72000" marT="72000" marB="72000" anchor="ctr">
                    <a:solidFill>
                      <a:srgbClr val="C9DA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p43"/>
          <p:cNvSpPr txBox="1"/>
          <p:nvPr/>
        </p:nvSpPr>
        <p:spPr>
          <a:xfrm>
            <a:off x="1848813" y="397769"/>
            <a:ext cx="4865400" cy="45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dirty="0">
                <a:solidFill>
                  <a:srgbClr val="51AFDB"/>
                </a:solidFill>
                <a:latin typeface="Khand"/>
                <a:ea typeface="Khand"/>
                <a:cs typeface="Khand"/>
                <a:sym typeface="Khand"/>
              </a:rPr>
              <a:t>Protocolos a implementar</a:t>
            </a:r>
            <a:endParaRPr sz="3000" dirty="0">
              <a:solidFill>
                <a:srgbClr val="FFFFFF"/>
              </a:solidFill>
              <a:latin typeface="Khand"/>
              <a:ea typeface="Khand"/>
              <a:cs typeface="Khand"/>
              <a:sym typeface="Khand"/>
            </a:endParaRPr>
          </a:p>
        </p:txBody>
      </p:sp>
      <p:sp>
        <p:nvSpPr>
          <p:cNvPr id="554" name="Google Shape;554;p43"/>
          <p:cNvSpPr/>
          <p:nvPr/>
        </p:nvSpPr>
        <p:spPr>
          <a:xfrm>
            <a:off x="1419810" y="422369"/>
            <a:ext cx="352803" cy="350719"/>
          </a:xfrm>
          <a:custGeom>
            <a:avLst/>
            <a:gdLst/>
            <a:ahLst/>
            <a:cxnLst/>
            <a:rect l="l" t="t" r="r" b="b"/>
            <a:pathLst>
              <a:path w="11846" h="11776" extrusionOk="0">
                <a:moveTo>
                  <a:pt x="9074" y="2261"/>
                </a:moveTo>
                <a:lnTo>
                  <a:pt x="9546" y="2733"/>
                </a:lnTo>
                <a:lnTo>
                  <a:pt x="9011" y="3300"/>
                </a:lnTo>
                <a:lnTo>
                  <a:pt x="8538" y="2828"/>
                </a:lnTo>
                <a:lnTo>
                  <a:pt x="9074" y="2261"/>
                </a:lnTo>
                <a:close/>
                <a:moveTo>
                  <a:pt x="6333" y="3489"/>
                </a:moveTo>
                <a:lnTo>
                  <a:pt x="8286" y="5474"/>
                </a:lnTo>
                <a:lnTo>
                  <a:pt x="7782" y="5978"/>
                </a:lnTo>
                <a:lnTo>
                  <a:pt x="7026" y="5222"/>
                </a:lnTo>
                <a:cubicBezTo>
                  <a:pt x="6963" y="5159"/>
                  <a:pt x="6876" y="5128"/>
                  <a:pt x="6789" y="5128"/>
                </a:cubicBezTo>
                <a:cubicBezTo>
                  <a:pt x="6703" y="5128"/>
                  <a:pt x="6616" y="5159"/>
                  <a:pt x="6553" y="5222"/>
                </a:cubicBezTo>
                <a:cubicBezTo>
                  <a:pt x="6427" y="5348"/>
                  <a:pt x="6427" y="5569"/>
                  <a:pt x="6553" y="5695"/>
                </a:cubicBezTo>
                <a:lnTo>
                  <a:pt x="7309" y="6451"/>
                </a:lnTo>
                <a:lnTo>
                  <a:pt x="6837" y="6924"/>
                </a:lnTo>
                <a:lnTo>
                  <a:pt x="4883" y="4939"/>
                </a:lnTo>
                <a:lnTo>
                  <a:pt x="6333" y="3489"/>
                </a:lnTo>
                <a:close/>
                <a:moveTo>
                  <a:pt x="2647" y="8688"/>
                </a:moveTo>
                <a:lnTo>
                  <a:pt x="3119" y="9160"/>
                </a:lnTo>
                <a:lnTo>
                  <a:pt x="2899" y="9412"/>
                </a:lnTo>
                <a:cubicBezTo>
                  <a:pt x="2836" y="9460"/>
                  <a:pt x="2749" y="9483"/>
                  <a:pt x="2662" y="9483"/>
                </a:cubicBezTo>
                <a:cubicBezTo>
                  <a:pt x="2576" y="9483"/>
                  <a:pt x="2489" y="9460"/>
                  <a:pt x="2426" y="9412"/>
                </a:cubicBezTo>
                <a:cubicBezTo>
                  <a:pt x="2300" y="9286"/>
                  <a:pt x="2300" y="9034"/>
                  <a:pt x="2426" y="8940"/>
                </a:cubicBezTo>
                <a:lnTo>
                  <a:pt x="2647" y="8688"/>
                </a:lnTo>
                <a:close/>
                <a:moveTo>
                  <a:pt x="9294" y="0"/>
                </a:moveTo>
                <a:cubicBezTo>
                  <a:pt x="9026" y="0"/>
                  <a:pt x="8758" y="103"/>
                  <a:pt x="8569" y="308"/>
                </a:cubicBezTo>
                <a:cubicBezTo>
                  <a:pt x="8160" y="686"/>
                  <a:pt x="8097" y="1410"/>
                  <a:pt x="8538" y="1820"/>
                </a:cubicBezTo>
                <a:lnTo>
                  <a:pt x="8065" y="2292"/>
                </a:lnTo>
                <a:lnTo>
                  <a:pt x="7089" y="1316"/>
                </a:lnTo>
                <a:cubicBezTo>
                  <a:pt x="6884" y="1127"/>
                  <a:pt x="6616" y="1032"/>
                  <a:pt x="6348" y="1032"/>
                </a:cubicBezTo>
                <a:cubicBezTo>
                  <a:pt x="6081" y="1032"/>
                  <a:pt x="5813" y="1127"/>
                  <a:pt x="5608" y="1316"/>
                </a:cubicBezTo>
                <a:cubicBezTo>
                  <a:pt x="5230" y="1725"/>
                  <a:pt x="5230" y="2387"/>
                  <a:pt x="5608" y="2765"/>
                </a:cubicBezTo>
                <a:lnTo>
                  <a:pt x="5860" y="3017"/>
                </a:lnTo>
                <a:lnTo>
                  <a:pt x="2678" y="6199"/>
                </a:lnTo>
                <a:cubicBezTo>
                  <a:pt x="2142" y="6734"/>
                  <a:pt x="2048" y="7428"/>
                  <a:pt x="2268" y="8058"/>
                </a:cubicBezTo>
                <a:lnTo>
                  <a:pt x="1922" y="8404"/>
                </a:lnTo>
                <a:cubicBezTo>
                  <a:pt x="1607" y="8719"/>
                  <a:pt x="1512" y="9192"/>
                  <a:pt x="1733" y="9601"/>
                </a:cubicBezTo>
                <a:lnTo>
                  <a:pt x="95" y="11208"/>
                </a:lnTo>
                <a:cubicBezTo>
                  <a:pt x="0" y="11334"/>
                  <a:pt x="0" y="11555"/>
                  <a:pt x="95" y="11681"/>
                </a:cubicBezTo>
                <a:cubicBezTo>
                  <a:pt x="158" y="11744"/>
                  <a:pt x="252" y="11775"/>
                  <a:pt x="343" y="11775"/>
                </a:cubicBezTo>
                <a:cubicBezTo>
                  <a:pt x="433" y="11775"/>
                  <a:pt x="520" y="11744"/>
                  <a:pt x="567" y="11681"/>
                </a:cubicBezTo>
                <a:lnTo>
                  <a:pt x="2174" y="10074"/>
                </a:lnTo>
                <a:cubicBezTo>
                  <a:pt x="2318" y="10136"/>
                  <a:pt x="2465" y="10164"/>
                  <a:pt x="2609" y="10164"/>
                </a:cubicBezTo>
                <a:cubicBezTo>
                  <a:pt x="2904" y="10164"/>
                  <a:pt x="3180" y="10044"/>
                  <a:pt x="3371" y="9853"/>
                </a:cubicBezTo>
                <a:lnTo>
                  <a:pt x="3718" y="9507"/>
                </a:lnTo>
                <a:cubicBezTo>
                  <a:pt x="3930" y="9598"/>
                  <a:pt x="4148" y="9640"/>
                  <a:pt x="4363" y="9640"/>
                </a:cubicBezTo>
                <a:cubicBezTo>
                  <a:pt x="4818" y="9640"/>
                  <a:pt x="5255" y="9450"/>
                  <a:pt x="5576" y="9129"/>
                </a:cubicBezTo>
                <a:lnTo>
                  <a:pt x="5797" y="8877"/>
                </a:lnTo>
                <a:lnTo>
                  <a:pt x="4820" y="7900"/>
                </a:lnTo>
                <a:cubicBezTo>
                  <a:pt x="4694" y="7774"/>
                  <a:pt x="4694" y="7554"/>
                  <a:pt x="4820" y="7428"/>
                </a:cubicBezTo>
                <a:cubicBezTo>
                  <a:pt x="4883" y="7365"/>
                  <a:pt x="4970" y="7333"/>
                  <a:pt x="5057" y="7333"/>
                </a:cubicBezTo>
                <a:cubicBezTo>
                  <a:pt x="5143" y="7333"/>
                  <a:pt x="5230" y="7365"/>
                  <a:pt x="5293" y="7428"/>
                </a:cubicBezTo>
                <a:lnTo>
                  <a:pt x="6270" y="8404"/>
                </a:lnTo>
                <a:lnTo>
                  <a:pt x="8727" y="5978"/>
                </a:lnTo>
                <a:lnTo>
                  <a:pt x="8948" y="6199"/>
                </a:lnTo>
                <a:cubicBezTo>
                  <a:pt x="9152" y="6404"/>
                  <a:pt x="9420" y="6506"/>
                  <a:pt x="9688" y="6506"/>
                </a:cubicBezTo>
                <a:cubicBezTo>
                  <a:pt x="9956" y="6506"/>
                  <a:pt x="10223" y="6404"/>
                  <a:pt x="10428" y="6199"/>
                </a:cubicBezTo>
                <a:cubicBezTo>
                  <a:pt x="10806" y="5821"/>
                  <a:pt x="10806" y="5159"/>
                  <a:pt x="10428" y="4750"/>
                </a:cubicBezTo>
                <a:lnTo>
                  <a:pt x="9420" y="3773"/>
                </a:lnTo>
                <a:lnTo>
                  <a:pt x="9987" y="3206"/>
                </a:lnTo>
                <a:cubicBezTo>
                  <a:pt x="10176" y="3411"/>
                  <a:pt x="10444" y="3513"/>
                  <a:pt x="10712" y="3513"/>
                </a:cubicBezTo>
                <a:cubicBezTo>
                  <a:pt x="10980" y="3513"/>
                  <a:pt x="11247" y="3411"/>
                  <a:pt x="11436" y="3206"/>
                </a:cubicBezTo>
                <a:cubicBezTo>
                  <a:pt x="11846" y="2828"/>
                  <a:pt x="11846" y="2166"/>
                  <a:pt x="11436" y="1757"/>
                </a:cubicBezTo>
                <a:lnTo>
                  <a:pt x="10019" y="308"/>
                </a:lnTo>
                <a:cubicBezTo>
                  <a:pt x="9830" y="103"/>
                  <a:pt x="9562" y="0"/>
                  <a:pt x="9294" y="0"/>
                </a:cubicBezTo>
                <a:close/>
              </a:path>
            </a:pathLst>
          </a:custGeom>
          <a:solidFill>
            <a:srgbClr val="51AFDB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5" name="Google Shape;555;p43"/>
          <p:cNvSpPr txBox="1"/>
          <p:nvPr/>
        </p:nvSpPr>
        <p:spPr>
          <a:xfrm>
            <a:off x="2513363" y="1148173"/>
            <a:ext cx="4590600" cy="3918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dirty="0">
                <a:solidFill>
                  <a:srgbClr val="51AFDB"/>
                </a:solidFill>
                <a:latin typeface="Karla Light"/>
                <a:ea typeface="Karla Light"/>
                <a:cs typeface="Karla Light"/>
                <a:sym typeface="Karla Light"/>
              </a:rPr>
              <a:t>Enrutamiento y segmentación</a:t>
            </a:r>
            <a:endParaRPr sz="1000" dirty="0">
              <a:solidFill>
                <a:srgbClr val="51AFDB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dirty="0">
                <a:solidFill>
                  <a:srgbClr val="FFFFFF"/>
                </a:solidFill>
                <a:latin typeface="Karla Light"/>
                <a:ea typeface="Karla Light"/>
                <a:cs typeface="Karla Light"/>
                <a:sym typeface="Karla Light"/>
              </a:rPr>
              <a:t>OSPF → Enrutamiento dinámico interno, rápido y escalable </a:t>
            </a:r>
            <a:endParaRPr sz="1000" dirty="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dirty="0">
                <a:solidFill>
                  <a:srgbClr val="FFFFFF"/>
                </a:solidFill>
                <a:latin typeface="Karla Light"/>
                <a:ea typeface="Karla Light"/>
                <a:cs typeface="Karla Light"/>
                <a:sym typeface="Karla Light"/>
              </a:rPr>
              <a:t>802.1Q → Etiquetado de VLANs en enlaces troncales </a:t>
            </a:r>
            <a:endParaRPr sz="1000" dirty="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0" dirty="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dirty="0">
                <a:solidFill>
                  <a:srgbClr val="51AFDB"/>
                </a:solidFill>
                <a:latin typeface="Karla Light"/>
                <a:ea typeface="Karla Light"/>
                <a:cs typeface="Karla Light"/>
                <a:sym typeface="Karla Light"/>
              </a:rPr>
              <a:t> Gestión, monitoreo y logs</a:t>
            </a:r>
            <a:endParaRPr sz="1000" dirty="0">
              <a:solidFill>
                <a:srgbClr val="51AFDB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dirty="0">
                <a:solidFill>
                  <a:srgbClr val="FFFFFF"/>
                </a:solidFill>
                <a:latin typeface="Karla Light"/>
                <a:ea typeface="Karla Light"/>
                <a:cs typeface="Karla Light"/>
                <a:sym typeface="Karla Light"/>
              </a:rPr>
              <a:t>SNMP → Monitorización de estado de dispositivos </a:t>
            </a:r>
            <a:endParaRPr sz="1000" dirty="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dirty="0">
                <a:solidFill>
                  <a:srgbClr val="FFFFFF"/>
                </a:solidFill>
                <a:latin typeface="Karla Light"/>
                <a:ea typeface="Karla Light"/>
                <a:cs typeface="Karla Light"/>
                <a:sym typeface="Karla Light"/>
              </a:rPr>
              <a:t>Syslog → Registro centralizado de eventos </a:t>
            </a:r>
            <a:endParaRPr sz="1000" dirty="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dirty="0">
                <a:solidFill>
                  <a:srgbClr val="FFFFFF"/>
                </a:solidFill>
                <a:latin typeface="Karla Light"/>
                <a:ea typeface="Karla Light"/>
                <a:cs typeface="Karla Light"/>
                <a:sym typeface="Karla Light"/>
              </a:rPr>
              <a:t>NTP → Sincronización horaria precisa </a:t>
            </a:r>
            <a:endParaRPr sz="1000" dirty="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0" dirty="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dirty="0">
                <a:solidFill>
                  <a:srgbClr val="51AFDB"/>
                </a:solidFill>
                <a:latin typeface="Karla Light"/>
                <a:ea typeface="Karla Light"/>
                <a:cs typeface="Karla Light"/>
                <a:sym typeface="Karla Light"/>
              </a:rPr>
              <a:t>Seguridad y control de acceso</a:t>
            </a:r>
            <a:endParaRPr sz="1000" dirty="0">
              <a:solidFill>
                <a:srgbClr val="51AFDB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dirty="0">
                <a:solidFill>
                  <a:srgbClr val="FFFFFF"/>
                </a:solidFill>
                <a:latin typeface="Karla Light"/>
                <a:ea typeface="Karla Light"/>
                <a:cs typeface="Karla Light"/>
                <a:sym typeface="Karla Light"/>
              </a:rPr>
              <a:t>ACLs → Filtros por VLAN y tipo de tráfico </a:t>
            </a:r>
            <a:endParaRPr sz="1000" dirty="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dirty="0">
                <a:solidFill>
                  <a:srgbClr val="FFFFFF"/>
                </a:solidFill>
                <a:latin typeface="Karla Light"/>
                <a:ea typeface="Karla Light"/>
                <a:cs typeface="Karla Light"/>
                <a:sym typeface="Karla Light"/>
              </a:rPr>
              <a:t>DPI (Palo Alto) → Inspección profunda por aplicación</a:t>
            </a:r>
            <a:endParaRPr sz="1000" dirty="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dirty="0">
                <a:solidFill>
                  <a:srgbClr val="FFFFFF"/>
                </a:solidFill>
                <a:latin typeface="Karla Light"/>
                <a:ea typeface="Karla Light"/>
                <a:cs typeface="Karla Light"/>
                <a:sym typeface="Karla Light"/>
              </a:rPr>
              <a:t>RADIUS → Autenticación centralizada con trazabilidad </a:t>
            </a:r>
            <a:endParaRPr sz="1000" dirty="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dirty="0">
                <a:solidFill>
                  <a:srgbClr val="FFFFFF"/>
                </a:solidFill>
                <a:latin typeface="Karla Light"/>
                <a:ea typeface="Karla Light"/>
                <a:cs typeface="Karla Light"/>
                <a:sym typeface="Karla Light"/>
              </a:rPr>
              <a:t>SSH / HTTPS → Acceso seguro a dispositivos y gestión </a:t>
            </a:r>
            <a:endParaRPr sz="1000" dirty="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0" dirty="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dirty="0">
                <a:solidFill>
                  <a:srgbClr val="51AFDB"/>
                </a:solidFill>
                <a:latin typeface="Karla Light"/>
                <a:ea typeface="Karla Light"/>
                <a:cs typeface="Karla Light"/>
                <a:sym typeface="Karla Light"/>
              </a:rPr>
              <a:t>Calidad de servicio y disponibilidad</a:t>
            </a:r>
            <a:endParaRPr sz="1000" dirty="0">
              <a:solidFill>
                <a:srgbClr val="51AFDB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dirty="0">
                <a:solidFill>
                  <a:srgbClr val="FFFFFF"/>
                </a:solidFill>
                <a:latin typeface="Karla Light"/>
                <a:ea typeface="Karla Light"/>
                <a:cs typeface="Karla Light"/>
                <a:sym typeface="Karla Light"/>
              </a:rPr>
              <a:t>QoS con DSCP → Priorización de tráfico crítico médico </a:t>
            </a:r>
            <a:endParaRPr sz="1000" dirty="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0" dirty="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dirty="0">
                <a:solidFill>
                  <a:srgbClr val="51AFDB"/>
                </a:solidFill>
                <a:latin typeface="Karla Light"/>
                <a:ea typeface="Karla Light"/>
                <a:cs typeface="Karla Light"/>
                <a:sym typeface="Karla Light"/>
              </a:rPr>
              <a:t>Descubrimiento y resolución interna</a:t>
            </a:r>
            <a:endParaRPr sz="1000" dirty="0">
              <a:solidFill>
                <a:srgbClr val="51AFDB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dirty="0">
                <a:solidFill>
                  <a:srgbClr val="FFFFFF"/>
                </a:solidFill>
                <a:latin typeface="Karla Light"/>
                <a:ea typeface="Karla Light"/>
                <a:cs typeface="Karla Light"/>
                <a:sym typeface="Karla Light"/>
              </a:rPr>
              <a:t>DNS interno → Resolución de nombres controlada </a:t>
            </a:r>
            <a:endParaRPr sz="1000" dirty="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00" dirty="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</p:txBody>
      </p:sp>
      <p:grpSp>
        <p:nvGrpSpPr>
          <p:cNvPr id="556" name="Google Shape;556;p43"/>
          <p:cNvGrpSpPr/>
          <p:nvPr/>
        </p:nvGrpSpPr>
        <p:grpSpPr>
          <a:xfrm>
            <a:off x="2117192" y="1381268"/>
            <a:ext cx="277894" cy="324604"/>
            <a:chOff x="-24694925" y="3518700"/>
            <a:chExt cx="242625" cy="296175"/>
          </a:xfrm>
        </p:grpSpPr>
        <p:sp>
          <p:nvSpPr>
            <p:cNvPr id="557" name="Google Shape;557;p43"/>
            <p:cNvSpPr/>
            <p:nvPr/>
          </p:nvSpPr>
          <p:spPr>
            <a:xfrm>
              <a:off x="-24694925" y="3572250"/>
              <a:ext cx="104000" cy="112650"/>
            </a:xfrm>
            <a:custGeom>
              <a:avLst/>
              <a:gdLst/>
              <a:ahLst/>
              <a:cxnLst/>
              <a:rect l="l" t="t" r="r" b="b"/>
              <a:pathLst>
                <a:path w="4160" h="4506" extrusionOk="0">
                  <a:moveTo>
                    <a:pt x="2080" y="1"/>
                  </a:moveTo>
                  <a:cubicBezTo>
                    <a:pt x="946" y="1"/>
                    <a:pt x="1" y="946"/>
                    <a:pt x="1" y="2080"/>
                  </a:cubicBezTo>
                  <a:lnTo>
                    <a:pt x="1" y="4506"/>
                  </a:lnTo>
                  <a:lnTo>
                    <a:pt x="4160" y="4506"/>
                  </a:lnTo>
                  <a:lnTo>
                    <a:pt x="4160" y="2080"/>
                  </a:lnTo>
                  <a:cubicBezTo>
                    <a:pt x="4160" y="946"/>
                    <a:pt x="3214" y="1"/>
                    <a:pt x="2080" y="1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8" name="Google Shape;558;p43"/>
            <p:cNvSpPr/>
            <p:nvPr/>
          </p:nvSpPr>
          <p:spPr>
            <a:xfrm>
              <a:off x="-24556300" y="3648650"/>
              <a:ext cx="104000" cy="113450"/>
            </a:xfrm>
            <a:custGeom>
              <a:avLst/>
              <a:gdLst/>
              <a:ahLst/>
              <a:cxnLst/>
              <a:rect l="l" t="t" r="r" b="b"/>
              <a:pathLst>
                <a:path w="4160" h="4538" extrusionOk="0">
                  <a:moveTo>
                    <a:pt x="1" y="1"/>
                  </a:moveTo>
                  <a:lnTo>
                    <a:pt x="1" y="2458"/>
                  </a:lnTo>
                  <a:cubicBezTo>
                    <a:pt x="1" y="3592"/>
                    <a:pt x="946" y="4537"/>
                    <a:pt x="2080" y="4537"/>
                  </a:cubicBezTo>
                  <a:cubicBezTo>
                    <a:pt x="3246" y="4537"/>
                    <a:pt x="4160" y="3592"/>
                    <a:pt x="4160" y="2458"/>
                  </a:cubicBezTo>
                  <a:lnTo>
                    <a:pt x="4160" y="1"/>
                  </a:ln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9" name="Google Shape;559;p43"/>
            <p:cNvSpPr/>
            <p:nvPr/>
          </p:nvSpPr>
          <p:spPr>
            <a:xfrm>
              <a:off x="-24694925" y="3702200"/>
              <a:ext cx="104000" cy="112675"/>
            </a:xfrm>
            <a:custGeom>
              <a:avLst/>
              <a:gdLst/>
              <a:ahLst/>
              <a:cxnLst/>
              <a:rect l="l" t="t" r="r" b="b"/>
              <a:pathLst>
                <a:path w="4160" h="4507" extrusionOk="0">
                  <a:moveTo>
                    <a:pt x="1734" y="694"/>
                  </a:moveTo>
                  <a:cubicBezTo>
                    <a:pt x="1923" y="694"/>
                    <a:pt x="2080" y="852"/>
                    <a:pt x="2080" y="1041"/>
                  </a:cubicBezTo>
                  <a:lnTo>
                    <a:pt x="2080" y="2427"/>
                  </a:lnTo>
                  <a:cubicBezTo>
                    <a:pt x="2269" y="2427"/>
                    <a:pt x="2427" y="2584"/>
                    <a:pt x="2427" y="2773"/>
                  </a:cubicBezTo>
                  <a:cubicBezTo>
                    <a:pt x="2427" y="2962"/>
                    <a:pt x="2269" y="3120"/>
                    <a:pt x="2080" y="3120"/>
                  </a:cubicBezTo>
                  <a:cubicBezTo>
                    <a:pt x="1702" y="3120"/>
                    <a:pt x="1356" y="2805"/>
                    <a:pt x="1356" y="2427"/>
                  </a:cubicBezTo>
                  <a:lnTo>
                    <a:pt x="1356" y="1041"/>
                  </a:lnTo>
                  <a:cubicBezTo>
                    <a:pt x="1356" y="852"/>
                    <a:pt x="1513" y="694"/>
                    <a:pt x="1734" y="694"/>
                  </a:cubicBezTo>
                  <a:close/>
                  <a:moveTo>
                    <a:pt x="1" y="1"/>
                  </a:moveTo>
                  <a:lnTo>
                    <a:pt x="1" y="2427"/>
                  </a:lnTo>
                  <a:cubicBezTo>
                    <a:pt x="1" y="3561"/>
                    <a:pt x="946" y="4506"/>
                    <a:pt x="2080" y="4506"/>
                  </a:cubicBezTo>
                  <a:cubicBezTo>
                    <a:pt x="3214" y="4506"/>
                    <a:pt x="4160" y="3561"/>
                    <a:pt x="4160" y="2427"/>
                  </a:cubicBezTo>
                  <a:lnTo>
                    <a:pt x="4160" y="1"/>
                  </a:ln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0" name="Google Shape;560;p43"/>
            <p:cNvSpPr/>
            <p:nvPr/>
          </p:nvSpPr>
          <p:spPr>
            <a:xfrm>
              <a:off x="-24556300" y="3518700"/>
              <a:ext cx="104000" cy="113425"/>
            </a:xfrm>
            <a:custGeom>
              <a:avLst/>
              <a:gdLst/>
              <a:ahLst/>
              <a:cxnLst/>
              <a:rect l="l" t="t" r="r" b="b"/>
              <a:pathLst>
                <a:path w="4160" h="4537" extrusionOk="0">
                  <a:moveTo>
                    <a:pt x="2049" y="1387"/>
                  </a:moveTo>
                  <a:cubicBezTo>
                    <a:pt x="2427" y="1387"/>
                    <a:pt x="2742" y="1702"/>
                    <a:pt x="2742" y="2080"/>
                  </a:cubicBezTo>
                  <a:lnTo>
                    <a:pt x="2742" y="3466"/>
                  </a:lnTo>
                  <a:cubicBezTo>
                    <a:pt x="2742" y="3655"/>
                    <a:pt x="2584" y="3812"/>
                    <a:pt x="2395" y="3812"/>
                  </a:cubicBezTo>
                  <a:cubicBezTo>
                    <a:pt x="2206" y="3812"/>
                    <a:pt x="2049" y="3655"/>
                    <a:pt x="2049" y="3466"/>
                  </a:cubicBezTo>
                  <a:lnTo>
                    <a:pt x="2049" y="2080"/>
                  </a:lnTo>
                  <a:cubicBezTo>
                    <a:pt x="1860" y="2080"/>
                    <a:pt x="1702" y="1922"/>
                    <a:pt x="1702" y="1733"/>
                  </a:cubicBezTo>
                  <a:cubicBezTo>
                    <a:pt x="1702" y="1544"/>
                    <a:pt x="1860" y="1387"/>
                    <a:pt x="2049" y="1387"/>
                  </a:cubicBezTo>
                  <a:close/>
                  <a:moveTo>
                    <a:pt x="2080" y="0"/>
                  </a:moveTo>
                  <a:cubicBezTo>
                    <a:pt x="946" y="0"/>
                    <a:pt x="1" y="945"/>
                    <a:pt x="1" y="2080"/>
                  </a:cubicBezTo>
                  <a:lnTo>
                    <a:pt x="1" y="4537"/>
                  </a:lnTo>
                  <a:lnTo>
                    <a:pt x="4160" y="4537"/>
                  </a:lnTo>
                  <a:lnTo>
                    <a:pt x="4160" y="2080"/>
                  </a:lnTo>
                  <a:cubicBezTo>
                    <a:pt x="4160" y="945"/>
                    <a:pt x="3214" y="0"/>
                    <a:pt x="2080" y="0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61" name="Google Shape;561;p43"/>
          <p:cNvGrpSpPr/>
          <p:nvPr/>
        </p:nvGrpSpPr>
        <p:grpSpPr>
          <a:xfrm>
            <a:off x="2105269" y="3163138"/>
            <a:ext cx="289039" cy="300304"/>
            <a:chOff x="-24694925" y="3518700"/>
            <a:chExt cx="242625" cy="296175"/>
          </a:xfrm>
        </p:grpSpPr>
        <p:sp>
          <p:nvSpPr>
            <p:cNvPr id="562" name="Google Shape;562;p43"/>
            <p:cNvSpPr/>
            <p:nvPr/>
          </p:nvSpPr>
          <p:spPr>
            <a:xfrm>
              <a:off x="-24694925" y="3572250"/>
              <a:ext cx="104000" cy="112650"/>
            </a:xfrm>
            <a:custGeom>
              <a:avLst/>
              <a:gdLst/>
              <a:ahLst/>
              <a:cxnLst/>
              <a:rect l="l" t="t" r="r" b="b"/>
              <a:pathLst>
                <a:path w="4160" h="4506" extrusionOk="0">
                  <a:moveTo>
                    <a:pt x="2080" y="1"/>
                  </a:moveTo>
                  <a:cubicBezTo>
                    <a:pt x="946" y="1"/>
                    <a:pt x="1" y="946"/>
                    <a:pt x="1" y="2080"/>
                  </a:cubicBezTo>
                  <a:lnTo>
                    <a:pt x="1" y="4506"/>
                  </a:lnTo>
                  <a:lnTo>
                    <a:pt x="4160" y="4506"/>
                  </a:lnTo>
                  <a:lnTo>
                    <a:pt x="4160" y="2080"/>
                  </a:lnTo>
                  <a:cubicBezTo>
                    <a:pt x="4160" y="946"/>
                    <a:pt x="3214" y="1"/>
                    <a:pt x="2080" y="1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" name="Google Shape;563;p43"/>
            <p:cNvSpPr/>
            <p:nvPr/>
          </p:nvSpPr>
          <p:spPr>
            <a:xfrm>
              <a:off x="-24556300" y="3648650"/>
              <a:ext cx="104000" cy="113450"/>
            </a:xfrm>
            <a:custGeom>
              <a:avLst/>
              <a:gdLst/>
              <a:ahLst/>
              <a:cxnLst/>
              <a:rect l="l" t="t" r="r" b="b"/>
              <a:pathLst>
                <a:path w="4160" h="4538" extrusionOk="0">
                  <a:moveTo>
                    <a:pt x="1" y="1"/>
                  </a:moveTo>
                  <a:lnTo>
                    <a:pt x="1" y="2458"/>
                  </a:lnTo>
                  <a:cubicBezTo>
                    <a:pt x="1" y="3592"/>
                    <a:pt x="946" y="4537"/>
                    <a:pt x="2080" y="4537"/>
                  </a:cubicBezTo>
                  <a:cubicBezTo>
                    <a:pt x="3246" y="4537"/>
                    <a:pt x="4160" y="3592"/>
                    <a:pt x="4160" y="2458"/>
                  </a:cubicBezTo>
                  <a:lnTo>
                    <a:pt x="4160" y="1"/>
                  </a:ln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" name="Google Shape;564;p43"/>
            <p:cNvSpPr/>
            <p:nvPr/>
          </p:nvSpPr>
          <p:spPr>
            <a:xfrm>
              <a:off x="-24694925" y="3702200"/>
              <a:ext cx="104000" cy="112675"/>
            </a:xfrm>
            <a:custGeom>
              <a:avLst/>
              <a:gdLst/>
              <a:ahLst/>
              <a:cxnLst/>
              <a:rect l="l" t="t" r="r" b="b"/>
              <a:pathLst>
                <a:path w="4160" h="4507" extrusionOk="0">
                  <a:moveTo>
                    <a:pt x="1734" y="694"/>
                  </a:moveTo>
                  <a:cubicBezTo>
                    <a:pt x="1923" y="694"/>
                    <a:pt x="2080" y="852"/>
                    <a:pt x="2080" y="1041"/>
                  </a:cubicBezTo>
                  <a:lnTo>
                    <a:pt x="2080" y="2427"/>
                  </a:lnTo>
                  <a:cubicBezTo>
                    <a:pt x="2269" y="2427"/>
                    <a:pt x="2427" y="2584"/>
                    <a:pt x="2427" y="2773"/>
                  </a:cubicBezTo>
                  <a:cubicBezTo>
                    <a:pt x="2427" y="2962"/>
                    <a:pt x="2269" y="3120"/>
                    <a:pt x="2080" y="3120"/>
                  </a:cubicBezTo>
                  <a:cubicBezTo>
                    <a:pt x="1702" y="3120"/>
                    <a:pt x="1356" y="2805"/>
                    <a:pt x="1356" y="2427"/>
                  </a:cubicBezTo>
                  <a:lnTo>
                    <a:pt x="1356" y="1041"/>
                  </a:lnTo>
                  <a:cubicBezTo>
                    <a:pt x="1356" y="852"/>
                    <a:pt x="1513" y="694"/>
                    <a:pt x="1734" y="694"/>
                  </a:cubicBezTo>
                  <a:close/>
                  <a:moveTo>
                    <a:pt x="1" y="1"/>
                  </a:moveTo>
                  <a:lnTo>
                    <a:pt x="1" y="2427"/>
                  </a:lnTo>
                  <a:cubicBezTo>
                    <a:pt x="1" y="3561"/>
                    <a:pt x="946" y="4506"/>
                    <a:pt x="2080" y="4506"/>
                  </a:cubicBezTo>
                  <a:cubicBezTo>
                    <a:pt x="3214" y="4506"/>
                    <a:pt x="4160" y="3561"/>
                    <a:pt x="4160" y="2427"/>
                  </a:cubicBezTo>
                  <a:lnTo>
                    <a:pt x="4160" y="1"/>
                  </a:ln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" name="Google Shape;565;p43"/>
            <p:cNvSpPr/>
            <p:nvPr/>
          </p:nvSpPr>
          <p:spPr>
            <a:xfrm>
              <a:off x="-24556300" y="3518700"/>
              <a:ext cx="104000" cy="113425"/>
            </a:xfrm>
            <a:custGeom>
              <a:avLst/>
              <a:gdLst/>
              <a:ahLst/>
              <a:cxnLst/>
              <a:rect l="l" t="t" r="r" b="b"/>
              <a:pathLst>
                <a:path w="4160" h="4537" extrusionOk="0">
                  <a:moveTo>
                    <a:pt x="2049" y="1387"/>
                  </a:moveTo>
                  <a:cubicBezTo>
                    <a:pt x="2427" y="1387"/>
                    <a:pt x="2742" y="1702"/>
                    <a:pt x="2742" y="2080"/>
                  </a:cubicBezTo>
                  <a:lnTo>
                    <a:pt x="2742" y="3466"/>
                  </a:lnTo>
                  <a:cubicBezTo>
                    <a:pt x="2742" y="3655"/>
                    <a:pt x="2584" y="3812"/>
                    <a:pt x="2395" y="3812"/>
                  </a:cubicBezTo>
                  <a:cubicBezTo>
                    <a:pt x="2206" y="3812"/>
                    <a:pt x="2049" y="3655"/>
                    <a:pt x="2049" y="3466"/>
                  </a:cubicBezTo>
                  <a:lnTo>
                    <a:pt x="2049" y="2080"/>
                  </a:lnTo>
                  <a:cubicBezTo>
                    <a:pt x="1860" y="2080"/>
                    <a:pt x="1702" y="1922"/>
                    <a:pt x="1702" y="1733"/>
                  </a:cubicBezTo>
                  <a:cubicBezTo>
                    <a:pt x="1702" y="1544"/>
                    <a:pt x="1860" y="1387"/>
                    <a:pt x="2049" y="1387"/>
                  </a:cubicBezTo>
                  <a:close/>
                  <a:moveTo>
                    <a:pt x="2080" y="0"/>
                  </a:moveTo>
                  <a:cubicBezTo>
                    <a:pt x="946" y="0"/>
                    <a:pt x="1" y="945"/>
                    <a:pt x="1" y="2080"/>
                  </a:cubicBezTo>
                  <a:lnTo>
                    <a:pt x="1" y="4537"/>
                  </a:lnTo>
                  <a:lnTo>
                    <a:pt x="4160" y="4537"/>
                  </a:lnTo>
                  <a:lnTo>
                    <a:pt x="4160" y="2080"/>
                  </a:lnTo>
                  <a:cubicBezTo>
                    <a:pt x="4160" y="945"/>
                    <a:pt x="3214" y="0"/>
                    <a:pt x="2080" y="0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66" name="Google Shape;566;p43"/>
          <p:cNvGrpSpPr/>
          <p:nvPr/>
        </p:nvGrpSpPr>
        <p:grpSpPr>
          <a:xfrm>
            <a:off x="2117192" y="2144277"/>
            <a:ext cx="300184" cy="346812"/>
            <a:chOff x="-24694925" y="3518700"/>
            <a:chExt cx="242625" cy="296175"/>
          </a:xfrm>
        </p:grpSpPr>
        <p:sp>
          <p:nvSpPr>
            <p:cNvPr id="567" name="Google Shape;567;p43"/>
            <p:cNvSpPr/>
            <p:nvPr/>
          </p:nvSpPr>
          <p:spPr>
            <a:xfrm>
              <a:off x="-24694925" y="3572250"/>
              <a:ext cx="104000" cy="112650"/>
            </a:xfrm>
            <a:custGeom>
              <a:avLst/>
              <a:gdLst/>
              <a:ahLst/>
              <a:cxnLst/>
              <a:rect l="l" t="t" r="r" b="b"/>
              <a:pathLst>
                <a:path w="4160" h="4506" extrusionOk="0">
                  <a:moveTo>
                    <a:pt x="2080" y="1"/>
                  </a:moveTo>
                  <a:cubicBezTo>
                    <a:pt x="946" y="1"/>
                    <a:pt x="1" y="946"/>
                    <a:pt x="1" y="2080"/>
                  </a:cubicBezTo>
                  <a:lnTo>
                    <a:pt x="1" y="4506"/>
                  </a:lnTo>
                  <a:lnTo>
                    <a:pt x="4160" y="4506"/>
                  </a:lnTo>
                  <a:lnTo>
                    <a:pt x="4160" y="2080"/>
                  </a:lnTo>
                  <a:cubicBezTo>
                    <a:pt x="4160" y="946"/>
                    <a:pt x="3214" y="1"/>
                    <a:pt x="2080" y="1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" name="Google Shape;568;p43"/>
            <p:cNvSpPr/>
            <p:nvPr/>
          </p:nvSpPr>
          <p:spPr>
            <a:xfrm>
              <a:off x="-24556300" y="3648650"/>
              <a:ext cx="104000" cy="113450"/>
            </a:xfrm>
            <a:custGeom>
              <a:avLst/>
              <a:gdLst/>
              <a:ahLst/>
              <a:cxnLst/>
              <a:rect l="l" t="t" r="r" b="b"/>
              <a:pathLst>
                <a:path w="4160" h="4538" extrusionOk="0">
                  <a:moveTo>
                    <a:pt x="1" y="1"/>
                  </a:moveTo>
                  <a:lnTo>
                    <a:pt x="1" y="2458"/>
                  </a:lnTo>
                  <a:cubicBezTo>
                    <a:pt x="1" y="3592"/>
                    <a:pt x="946" y="4537"/>
                    <a:pt x="2080" y="4537"/>
                  </a:cubicBezTo>
                  <a:cubicBezTo>
                    <a:pt x="3246" y="4537"/>
                    <a:pt x="4160" y="3592"/>
                    <a:pt x="4160" y="2458"/>
                  </a:cubicBezTo>
                  <a:lnTo>
                    <a:pt x="4160" y="1"/>
                  </a:ln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" name="Google Shape;569;p43"/>
            <p:cNvSpPr/>
            <p:nvPr/>
          </p:nvSpPr>
          <p:spPr>
            <a:xfrm>
              <a:off x="-24694925" y="3702200"/>
              <a:ext cx="104000" cy="112675"/>
            </a:xfrm>
            <a:custGeom>
              <a:avLst/>
              <a:gdLst/>
              <a:ahLst/>
              <a:cxnLst/>
              <a:rect l="l" t="t" r="r" b="b"/>
              <a:pathLst>
                <a:path w="4160" h="4507" extrusionOk="0">
                  <a:moveTo>
                    <a:pt x="1734" y="694"/>
                  </a:moveTo>
                  <a:cubicBezTo>
                    <a:pt x="1923" y="694"/>
                    <a:pt x="2080" y="852"/>
                    <a:pt x="2080" y="1041"/>
                  </a:cubicBezTo>
                  <a:lnTo>
                    <a:pt x="2080" y="2427"/>
                  </a:lnTo>
                  <a:cubicBezTo>
                    <a:pt x="2269" y="2427"/>
                    <a:pt x="2427" y="2584"/>
                    <a:pt x="2427" y="2773"/>
                  </a:cubicBezTo>
                  <a:cubicBezTo>
                    <a:pt x="2427" y="2962"/>
                    <a:pt x="2269" y="3120"/>
                    <a:pt x="2080" y="3120"/>
                  </a:cubicBezTo>
                  <a:cubicBezTo>
                    <a:pt x="1702" y="3120"/>
                    <a:pt x="1356" y="2805"/>
                    <a:pt x="1356" y="2427"/>
                  </a:cubicBezTo>
                  <a:lnTo>
                    <a:pt x="1356" y="1041"/>
                  </a:lnTo>
                  <a:cubicBezTo>
                    <a:pt x="1356" y="852"/>
                    <a:pt x="1513" y="694"/>
                    <a:pt x="1734" y="694"/>
                  </a:cubicBezTo>
                  <a:close/>
                  <a:moveTo>
                    <a:pt x="1" y="1"/>
                  </a:moveTo>
                  <a:lnTo>
                    <a:pt x="1" y="2427"/>
                  </a:lnTo>
                  <a:cubicBezTo>
                    <a:pt x="1" y="3561"/>
                    <a:pt x="946" y="4506"/>
                    <a:pt x="2080" y="4506"/>
                  </a:cubicBezTo>
                  <a:cubicBezTo>
                    <a:pt x="3214" y="4506"/>
                    <a:pt x="4160" y="3561"/>
                    <a:pt x="4160" y="2427"/>
                  </a:cubicBezTo>
                  <a:lnTo>
                    <a:pt x="4160" y="1"/>
                  </a:ln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" name="Google Shape;570;p43"/>
            <p:cNvSpPr/>
            <p:nvPr/>
          </p:nvSpPr>
          <p:spPr>
            <a:xfrm>
              <a:off x="-24556300" y="3518700"/>
              <a:ext cx="104000" cy="113425"/>
            </a:xfrm>
            <a:custGeom>
              <a:avLst/>
              <a:gdLst/>
              <a:ahLst/>
              <a:cxnLst/>
              <a:rect l="l" t="t" r="r" b="b"/>
              <a:pathLst>
                <a:path w="4160" h="4537" extrusionOk="0">
                  <a:moveTo>
                    <a:pt x="2049" y="1387"/>
                  </a:moveTo>
                  <a:cubicBezTo>
                    <a:pt x="2427" y="1387"/>
                    <a:pt x="2742" y="1702"/>
                    <a:pt x="2742" y="2080"/>
                  </a:cubicBezTo>
                  <a:lnTo>
                    <a:pt x="2742" y="3466"/>
                  </a:lnTo>
                  <a:cubicBezTo>
                    <a:pt x="2742" y="3655"/>
                    <a:pt x="2584" y="3812"/>
                    <a:pt x="2395" y="3812"/>
                  </a:cubicBezTo>
                  <a:cubicBezTo>
                    <a:pt x="2206" y="3812"/>
                    <a:pt x="2049" y="3655"/>
                    <a:pt x="2049" y="3466"/>
                  </a:cubicBezTo>
                  <a:lnTo>
                    <a:pt x="2049" y="2080"/>
                  </a:lnTo>
                  <a:cubicBezTo>
                    <a:pt x="1860" y="2080"/>
                    <a:pt x="1702" y="1922"/>
                    <a:pt x="1702" y="1733"/>
                  </a:cubicBezTo>
                  <a:cubicBezTo>
                    <a:pt x="1702" y="1544"/>
                    <a:pt x="1860" y="1387"/>
                    <a:pt x="2049" y="1387"/>
                  </a:cubicBezTo>
                  <a:close/>
                  <a:moveTo>
                    <a:pt x="2080" y="0"/>
                  </a:moveTo>
                  <a:cubicBezTo>
                    <a:pt x="946" y="0"/>
                    <a:pt x="1" y="945"/>
                    <a:pt x="1" y="2080"/>
                  </a:cubicBezTo>
                  <a:lnTo>
                    <a:pt x="1" y="4537"/>
                  </a:lnTo>
                  <a:lnTo>
                    <a:pt x="4160" y="4537"/>
                  </a:lnTo>
                  <a:lnTo>
                    <a:pt x="4160" y="2080"/>
                  </a:lnTo>
                  <a:cubicBezTo>
                    <a:pt x="4160" y="945"/>
                    <a:pt x="3214" y="0"/>
                    <a:pt x="2080" y="0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71" name="Google Shape;571;p43"/>
          <p:cNvGrpSpPr/>
          <p:nvPr/>
        </p:nvGrpSpPr>
        <p:grpSpPr>
          <a:xfrm>
            <a:off x="2118758" y="3898152"/>
            <a:ext cx="257269" cy="316890"/>
            <a:chOff x="-24694925" y="3518700"/>
            <a:chExt cx="242625" cy="296175"/>
          </a:xfrm>
        </p:grpSpPr>
        <p:sp>
          <p:nvSpPr>
            <p:cNvPr id="572" name="Google Shape;572;p43"/>
            <p:cNvSpPr/>
            <p:nvPr/>
          </p:nvSpPr>
          <p:spPr>
            <a:xfrm>
              <a:off x="-24694925" y="3572250"/>
              <a:ext cx="104000" cy="112650"/>
            </a:xfrm>
            <a:custGeom>
              <a:avLst/>
              <a:gdLst/>
              <a:ahLst/>
              <a:cxnLst/>
              <a:rect l="l" t="t" r="r" b="b"/>
              <a:pathLst>
                <a:path w="4160" h="4506" extrusionOk="0">
                  <a:moveTo>
                    <a:pt x="2080" y="1"/>
                  </a:moveTo>
                  <a:cubicBezTo>
                    <a:pt x="946" y="1"/>
                    <a:pt x="1" y="946"/>
                    <a:pt x="1" y="2080"/>
                  </a:cubicBezTo>
                  <a:lnTo>
                    <a:pt x="1" y="4506"/>
                  </a:lnTo>
                  <a:lnTo>
                    <a:pt x="4160" y="4506"/>
                  </a:lnTo>
                  <a:lnTo>
                    <a:pt x="4160" y="2080"/>
                  </a:lnTo>
                  <a:cubicBezTo>
                    <a:pt x="4160" y="946"/>
                    <a:pt x="3214" y="1"/>
                    <a:pt x="2080" y="1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" name="Google Shape;573;p43"/>
            <p:cNvSpPr/>
            <p:nvPr/>
          </p:nvSpPr>
          <p:spPr>
            <a:xfrm>
              <a:off x="-24556300" y="3648650"/>
              <a:ext cx="104000" cy="113450"/>
            </a:xfrm>
            <a:custGeom>
              <a:avLst/>
              <a:gdLst/>
              <a:ahLst/>
              <a:cxnLst/>
              <a:rect l="l" t="t" r="r" b="b"/>
              <a:pathLst>
                <a:path w="4160" h="4538" extrusionOk="0">
                  <a:moveTo>
                    <a:pt x="1" y="1"/>
                  </a:moveTo>
                  <a:lnTo>
                    <a:pt x="1" y="2458"/>
                  </a:lnTo>
                  <a:cubicBezTo>
                    <a:pt x="1" y="3592"/>
                    <a:pt x="946" y="4537"/>
                    <a:pt x="2080" y="4537"/>
                  </a:cubicBezTo>
                  <a:cubicBezTo>
                    <a:pt x="3246" y="4537"/>
                    <a:pt x="4160" y="3592"/>
                    <a:pt x="4160" y="2458"/>
                  </a:cubicBezTo>
                  <a:lnTo>
                    <a:pt x="4160" y="1"/>
                  </a:ln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" name="Google Shape;574;p43"/>
            <p:cNvSpPr/>
            <p:nvPr/>
          </p:nvSpPr>
          <p:spPr>
            <a:xfrm>
              <a:off x="-24694925" y="3702200"/>
              <a:ext cx="104000" cy="112675"/>
            </a:xfrm>
            <a:custGeom>
              <a:avLst/>
              <a:gdLst/>
              <a:ahLst/>
              <a:cxnLst/>
              <a:rect l="l" t="t" r="r" b="b"/>
              <a:pathLst>
                <a:path w="4160" h="4507" extrusionOk="0">
                  <a:moveTo>
                    <a:pt x="1734" y="694"/>
                  </a:moveTo>
                  <a:cubicBezTo>
                    <a:pt x="1923" y="694"/>
                    <a:pt x="2080" y="852"/>
                    <a:pt x="2080" y="1041"/>
                  </a:cubicBezTo>
                  <a:lnTo>
                    <a:pt x="2080" y="2427"/>
                  </a:lnTo>
                  <a:cubicBezTo>
                    <a:pt x="2269" y="2427"/>
                    <a:pt x="2427" y="2584"/>
                    <a:pt x="2427" y="2773"/>
                  </a:cubicBezTo>
                  <a:cubicBezTo>
                    <a:pt x="2427" y="2962"/>
                    <a:pt x="2269" y="3120"/>
                    <a:pt x="2080" y="3120"/>
                  </a:cubicBezTo>
                  <a:cubicBezTo>
                    <a:pt x="1702" y="3120"/>
                    <a:pt x="1356" y="2805"/>
                    <a:pt x="1356" y="2427"/>
                  </a:cubicBezTo>
                  <a:lnTo>
                    <a:pt x="1356" y="1041"/>
                  </a:lnTo>
                  <a:cubicBezTo>
                    <a:pt x="1356" y="852"/>
                    <a:pt x="1513" y="694"/>
                    <a:pt x="1734" y="694"/>
                  </a:cubicBezTo>
                  <a:close/>
                  <a:moveTo>
                    <a:pt x="1" y="1"/>
                  </a:moveTo>
                  <a:lnTo>
                    <a:pt x="1" y="2427"/>
                  </a:lnTo>
                  <a:cubicBezTo>
                    <a:pt x="1" y="3561"/>
                    <a:pt x="946" y="4506"/>
                    <a:pt x="2080" y="4506"/>
                  </a:cubicBezTo>
                  <a:cubicBezTo>
                    <a:pt x="3214" y="4506"/>
                    <a:pt x="4160" y="3561"/>
                    <a:pt x="4160" y="2427"/>
                  </a:cubicBezTo>
                  <a:lnTo>
                    <a:pt x="4160" y="1"/>
                  </a:ln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" name="Google Shape;575;p43"/>
            <p:cNvSpPr/>
            <p:nvPr/>
          </p:nvSpPr>
          <p:spPr>
            <a:xfrm>
              <a:off x="-24556300" y="3518700"/>
              <a:ext cx="104000" cy="113425"/>
            </a:xfrm>
            <a:custGeom>
              <a:avLst/>
              <a:gdLst/>
              <a:ahLst/>
              <a:cxnLst/>
              <a:rect l="l" t="t" r="r" b="b"/>
              <a:pathLst>
                <a:path w="4160" h="4537" extrusionOk="0">
                  <a:moveTo>
                    <a:pt x="2049" y="1387"/>
                  </a:moveTo>
                  <a:cubicBezTo>
                    <a:pt x="2427" y="1387"/>
                    <a:pt x="2742" y="1702"/>
                    <a:pt x="2742" y="2080"/>
                  </a:cubicBezTo>
                  <a:lnTo>
                    <a:pt x="2742" y="3466"/>
                  </a:lnTo>
                  <a:cubicBezTo>
                    <a:pt x="2742" y="3655"/>
                    <a:pt x="2584" y="3812"/>
                    <a:pt x="2395" y="3812"/>
                  </a:cubicBezTo>
                  <a:cubicBezTo>
                    <a:pt x="2206" y="3812"/>
                    <a:pt x="2049" y="3655"/>
                    <a:pt x="2049" y="3466"/>
                  </a:cubicBezTo>
                  <a:lnTo>
                    <a:pt x="2049" y="2080"/>
                  </a:lnTo>
                  <a:cubicBezTo>
                    <a:pt x="1860" y="2080"/>
                    <a:pt x="1702" y="1922"/>
                    <a:pt x="1702" y="1733"/>
                  </a:cubicBezTo>
                  <a:cubicBezTo>
                    <a:pt x="1702" y="1544"/>
                    <a:pt x="1860" y="1387"/>
                    <a:pt x="2049" y="1387"/>
                  </a:cubicBezTo>
                  <a:close/>
                  <a:moveTo>
                    <a:pt x="2080" y="0"/>
                  </a:moveTo>
                  <a:cubicBezTo>
                    <a:pt x="946" y="0"/>
                    <a:pt x="1" y="945"/>
                    <a:pt x="1" y="2080"/>
                  </a:cubicBezTo>
                  <a:lnTo>
                    <a:pt x="1" y="4537"/>
                  </a:lnTo>
                  <a:lnTo>
                    <a:pt x="4160" y="4537"/>
                  </a:lnTo>
                  <a:lnTo>
                    <a:pt x="4160" y="2080"/>
                  </a:lnTo>
                  <a:cubicBezTo>
                    <a:pt x="4160" y="945"/>
                    <a:pt x="3214" y="0"/>
                    <a:pt x="2080" y="0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576" name="Google Shape;576;p43"/>
          <p:cNvGrpSpPr/>
          <p:nvPr/>
        </p:nvGrpSpPr>
        <p:grpSpPr>
          <a:xfrm>
            <a:off x="2124633" y="4440788"/>
            <a:ext cx="229479" cy="310344"/>
            <a:chOff x="-24694925" y="3518700"/>
            <a:chExt cx="242625" cy="296175"/>
          </a:xfrm>
        </p:grpSpPr>
        <p:sp>
          <p:nvSpPr>
            <p:cNvPr id="577" name="Google Shape;577;p43"/>
            <p:cNvSpPr/>
            <p:nvPr/>
          </p:nvSpPr>
          <p:spPr>
            <a:xfrm>
              <a:off x="-24694925" y="3572250"/>
              <a:ext cx="104000" cy="112650"/>
            </a:xfrm>
            <a:custGeom>
              <a:avLst/>
              <a:gdLst/>
              <a:ahLst/>
              <a:cxnLst/>
              <a:rect l="l" t="t" r="r" b="b"/>
              <a:pathLst>
                <a:path w="4160" h="4506" extrusionOk="0">
                  <a:moveTo>
                    <a:pt x="2080" y="1"/>
                  </a:moveTo>
                  <a:cubicBezTo>
                    <a:pt x="946" y="1"/>
                    <a:pt x="1" y="946"/>
                    <a:pt x="1" y="2080"/>
                  </a:cubicBezTo>
                  <a:lnTo>
                    <a:pt x="1" y="4506"/>
                  </a:lnTo>
                  <a:lnTo>
                    <a:pt x="4160" y="4506"/>
                  </a:lnTo>
                  <a:lnTo>
                    <a:pt x="4160" y="2080"/>
                  </a:lnTo>
                  <a:cubicBezTo>
                    <a:pt x="4160" y="946"/>
                    <a:pt x="3214" y="1"/>
                    <a:pt x="2080" y="1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8" name="Google Shape;578;p43"/>
            <p:cNvSpPr/>
            <p:nvPr/>
          </p:nvSpPr>
          <p:spPr>
            <a:xfrm>
              <a:off x="-24556300" y="3648650"/>
              <a:ext cx="104000" cy="113450"/>
            </a:xfrm>
            <a:custGeom>
              <a:avLst/>
              <a:gdLst/>
              <a:ahLst/>
              <a:cxnLst/>
              <a:rect l="l" t="t" r="r" b="b"/>
              <a:pathLst>
                <a:path w="4160" h="4538" extrusionOk="0">
                  <a:moveTo>
                    <a:pt x="1" y="1"/>
                  </a:moveTo>
                  <a:lnTo>
                    <a:pt x="1" y="2458"/>
                  </a:lnTo>
                  <a:cubicBezTo>
                    <a:pt x="1" y="3592"/>
                    <a:pt x="946" y="4537"/>
                    <a:pt x="2080" y="4537"/>
                  </a:cubicBezTo>
                  <a:cubicBezTo>
                    <a:pt x="3246" y="4537"/>
                    <a:pt x="4160" y="3592"/>
                    <a:pt x="4160" y="2458"/>
                  </a:cubicBezTo>
                  <a:lnTo>
                    <a:pt x="4160" y="1"/>
                  </a:ln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9" name="Google Shape;579;p43"/>
            <p:cNvSpPr/>
            <p:nvPr/>
          </p:nvSpPr>
          <p:spPr>
            <a:xfrm>
              <a:off x="-24694925" y="3702200"/>
              <a:ext cx="104000" cy="112675"/>
            </a:xfrm>
            <a:custGeom>
              <a:avLst/>
              <a:gdLst/>
              <a:ahLst/>
              <a:cxnLst/>
              <a:rect l="l" t="t" r="r" b="b"/>
              <a:pathLst>
                <a:path w="4160" h="4507" extrusionOk="0">
                  <a:moveTo>
                    <a:pt x="1734" y="694"/>
                  </a:moveTo>
                  <a:cubicBezTo>
                    <a:pt x="1923" y="694"/>
                    <a:pt x="2080" y="852"/>
                    <a:pt x="2080" y="1041"/>
                  </a:cubicBezTo>
                  <a:lnTo>
                    <a:pt x="2080" y="2427"/>
                  </a:lnTo>
                  <a:cubicBezTo>
                    <a:pt x="2269" y="2427"/>
                    <a:pt x="2427" y="2584"/>
                    <a:pt x="2427" y="2773"/>
                  </a:cubicBezTo>
                  <a:cubicBezTo>
                    <a:pt x="2427" y="2962"/>
                    <a:pt x="2269" y="3120"/>
                    <a:pt x="2080" y="3120"/>
                  </a:cubicBezTo>
                  <a:cubicBezTo>
                    <a:pt x="1702" y="3120"/>
                    <a:pt x="1356" y="2805"/>
                    <a:pt x="1356" y="2427"/>
                  </a:cubicBezTo>
                  <a:lnTo>
                    <a:pt x="1356" y="1041"/>
                  </a:lnTo>
                  <a:cubicBezTo>
                    <a:pt x="1356" y="852"/>
                    <a:pt x="1513" y="694"/>
                    <a:pt x="1734" y="694"/>
                  </a:cubicBezTo>
                  <a:close/>
                  <a:moveTo>
                    <a:pt x="1" y="1"/>
                  </a:moveTo>
                  <a:lnTo>
                    <a:pt x="1" y="2427"/>
                  </a:lnTo>
                  <a:cubicBezTo>
                    <a:pt x="1" y="3561"/>
                    <a:pt x="946" y="4506"/>
                    <a:pt x="2080" y="4506"/>
                  </a:cubicBezTo>
                  <a:cubicBezTo>
                    <a:pt x="3214" y="4506"/>
                    <a:pt x="4160" y="3561"/>
                    <a:pt x="4160" y="2427"/>
                  </a:cubicBezTo>
                  <a:lnTo>
                    <a:pt x="4160" y="1"/>
                  </a:ln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" name="Google Shape;580;p43"/>
            <p:cNvSpPr/>
            <p:nvPr/>
          </p:nvSpPr>
          <p:spPr>
            <a:xfrm>
              <a:off x="-24556300" y="3518700"/>
              <a:ext cx="104000" cy="113425"/>
            </a:xfrm>
            <a:custGeom>
              <a:avLst/>
              <a:gdLst/>
              <a:ahLst/>
              <a:cxnLst/>
              <a:rect l="l" t="t" r="r" b="b"/>
              <a:pathLst>
                <a:path w="4160" h="4537" extrusionOk="0">
                  <a:moveTo>
                    <a:pt x="2049" y="1387"/>
                  </a:moveTo>
                  <a:cubicBezTo>
                    <a:pt x="2427" y="1387"/>
                    <a:pt x="2742" y="1702"/>
                    <a:pt x="2742" y="2080"/>
                  </a:cubicBezTo>
                  <a:lnTo>
                    <a:pt x="2742" y="3466"/>
                  </a:lnTo>
                  <a:cubicBezTo>
                    <a:pt x="2742" y="3655"/>
                    <a:pt x="2584" y="3812"/>
                    <a:pt x="2395" y="3812"/>
                  </a:cubicBezTo>
                  <a:cubicBezTo>
                    <a:pt x="2206" y="3812"/>
                    <a:pt x="2049" y="3655"/>
                    <a:pt x="2049" y="3466"/>
                  </a:cubicBezTo>
                  <a:lnTo>
                    <a:pt x="2049" y="2080"/>
                  </a:lnTo>
                  <a:cubicBezTo>
                    <a:pt x="1860" y="2080"/>
                    <a:pt x="1702" y="1922"/>
                    <a:pt x="1702" y="1733"/>
                  </a:cubicBezTo>
                  <a:cubicBezTo>
                    <a:pt x="1702" y="1544"/>
                    <a:pt x="1860" y="1387"/>
                    <a:pt x="2049" y="1387"/>
                  </a:cubicBezTo>
                  <a:close/>
                  <a:moveTo>
                    <a:pt x="2080" y="0"/>
                  </a:moveTo>
                  <a:cubicBezTo>
                    <a:pt x="946" y="0"/>
                    <a:pt x="1" y="945"/>
                    <a:pt x="1" y="2080"/>
                  </a:cubicBezTo>
                  <a:lnTo>
                    <a:pt x="1" y="4537"/>
                  </a:lnTo>
                  <a:lnTo>
                    <a:pt x="4160" y="4537"/>
                  </a:lnTo>
                  <a:lnTo>
                    <a:pt x="4160" y="2080"/>
                  </a:lnTo>
                  <a:cubicBezTo>
                    <a:pt x="4160" y="945"/>
                    <a:pt x="3214" y="0"/>
                    <a:pt x="2080" y="0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5" name="Google Shape;585;p44"/>
          <p:cNvSpPr txBox="1"/>
          <p:nvPr/>
        </p:nvSpPr>
        <p:spPr>
          <a:xfrm>
            <a:off x="1101724" y="275326"/>
            <a:ext cx="3333175" cy="45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dirty="0">
                <a:solidFill>
                  <a:srgbClr val="51AFDB"/>
                </a:solidFill>
                <a:latin typeface="Khand"/>
                <a:ea typeface="Khand"/>
                <a:cs typeface="Khand"/>
                <a:sym typeface="Khand"/>
              </a:rPr>
              <a:t>Limitaciones y mejoras</a:t>
            </a:r>
            <a:endParaRPr sz="3000" dirty="0">
              <a:solidFill>
                <a:srgbClr val="51AFDB"/>
              </a:solidFill>
              <a:latin typeface="Khand"/>
              <a:ea typeface="Khand"/>
              <a:cs typeface="Khand"/>
              <a:sym typeface="Khand"/>
            </a:endParaRPr>
          </a:p>
        </p:txBody>
      </p:sp>
      <p:sp>
        <p:nvSpPr>
          <p:cNvPr id="586" name="Google Shape;586;p44"/>
          <p:cNvSpPr txBox="1"/>
          <p:nvPr/>
        </p:nvSpPr>
        <p:spPr>
          <a:xfrm>
            <a:off x="1773484" y="925531"/>
            <a:ext cx="6997500" cy="403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dirty="0">
                <a:solidFill>
                  <a:srgbClr val="51AFDB"/>
                </a:solidFill>
                <a:latin typeface="Karla Medium"/>
                <a:ea typeface="Karla Medium"/>
                <a:cs typeface="Karla Medium"/>
                <a:sym typeface="Karla Medium"/>
              </a:rPr>
              <a:t>Limitaciones técnicas</a:t>
            </a:r>
            <a:endParaRPr sz="1000" dirty="0">
              <a:solidFill>
                <a:srgbClr val="51AFDB"/>
              </a:solidFill>
              <a:latin typeface="Karla Medium"/>
              <a:ea typeface="Karla Medium"/>
              <a:cs typeface="Karla Medium"/>
              <a:sym typeface="Karla Medium"/>
            </a:endParaRPr>
          </a:p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dirty="0">
                <a:solidFill>
                  <a:srgbClr val="4F81BD"/>
                </a:solidFill>
                <a:latin typeface="Karla"/>
                <a:ea typeface="Karla"/>
                <a:cs typeface="Karla"/>
                <a:sym typeface="Karla"/>
              </a:rPr>
              <a:t>Containerlab no emula el plano de datos real</a:t>
            </a:r>
            <a:endParaRPr sz="1000" dirty="0">
              <a:solidFill>
                <a:srgbClr val="4F81BD"/>
              </a:solidFill>
              <a:latin typeface="Karla"/>
              <a:ea typeface="Karla"/>
              <a:cs typeface="Karla"/>
              <a:sym typeface="Karla"/>
            </a:endParaRPr>
          </a:p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dirty="0">
                <a:solidFill>
                  <a:srgbClr val="FFFFFF"/>
                </a:solidFill>
                <a:latin typeface="Karla Light"/>
                <a:ea typeface="Karla Light"/>
                <a:cs typeface="Karla Light"/>
                <a:sym typeface="Karla Light"/>
              </a:rPr>
              <a:t>No reemplaza una red física ni simula carga o congestión con precisión.</a:t>
            </a:r>
            <a:endParaRPr sz="1000" dirty="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0" dirty="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dirty="0">
                <a:solidFill>
                  <a:srgbClr val="4F81BD"/>
                </a:solidFill>
                <a:latin typeface="Karla"/>
                <a:ea typeface="Karla"/>
                <a:cs typeface="Karla"/>
                <a:sym typeface="Karla"/>
              </a:rPr>
              <a:t>Imágenes vrnetlab demandan muchos recursos</a:t>
            </a:r>
            <a:endParaRPr sz="1000" dirty="0">
              <a:solidFill>
                <a:srgbClr val="4F81BD"/>
              </a:solidFill>
              <a:latin typeface="Karla"/>
              <a:ea typeface="Karla"/>
              <a:cs typeface="Karla"/>
              <a:sym typeface="Karla"/>
            </a:endParaRPr>
          </a:p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dirty="0">
                <a:solidFill>
                  <a:srgbClr val="FFFFFF"/>
                </a:solidFill>
                <a:latin typeface="Karla Light"/>
                <a:ea typeface="Karla Light"/>
                <a:cs typeface="Karla Light"/>
                <a:sym typeface="Karla Light"/>
              </a:rPr>
              <a:t>Especialmente las basadas en VMs: alto uso de CPU, RAM y disco.</a:t>
            </a:r>
            <a:endParaRPr sz="1000" dirty="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0" dirty="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dirty="0">
                <a:solidFill>
                  <a:srgbClr val="4F81BD"/>
                </a:solidFill>
                <a:latin typeface="Karla"/>
                <a:ea typeface="Karla"/>
                <a:cs typeface="Karla"/>
                <a:sym typeface="Karla"/>
              </a:rPr>
              <a:t>Licencias limitadas</a:t>
            </a:r>
            <a:endParaRPr sz="1000" dirty="0">
              <a:solidFill>
                <a:srgbClr val="4F81BD"/>
              </a:solidFill>
              <a:latin typeface="Karla"/>
              <a:ea typeface="Karla"/>
              <a:cs typeface="Karla"/>
              <a:sym typeface="Karla"/>
            </a:endParaRPr>
          </a:p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dirty="0">
                <a:solidFill>
                  <a:srgbClr val="FFFFFF"/>
                </a:solidFill>
                <a:latin typeface="Karla Light"/>
                <a:ea typeface="Karla Light"/>
                <a:cs typeface="Karla Light"/>
                <a:sym typeface="Karla Light"/>
              </a:rPr>
              <a:t>Algunas imágenes (Fortinet, Palo Alto) requieren licencias no accesibles para estudiantes.</a:t>
            </a:r>
            <a:endParaRPr sz="1000" dirty="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0" dirty="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dirty="0">
                <a:solidFill>
                  <a:srgbClr val="4F81BD"/>
                </a:solidFill>
                <a:latin typeface="Karla"/>
                <a:ea typeface="Karla"/>
                <a:cs typeface="Karla"/>
                <a:sym typeface="Karla"/>
              </a:rPr>
              <a:t>Sin interfaz gráfica nativa</a:t>
            </a:r>
            <a:endParaRPr sz="1000" dirty="0">
              <a:solidFill>
                <a:srgbClr val="4F81BD"/>
              </a:solidFill>
              <a:latin typeface="Karla"/>
              <a:ea typeface="Karla"/>
              <a:cs typeface="Karla"/>
              <a:sym typeface="Karla"/>
            </a:endParaRPr>
          </a:p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dirty="0">
                <a:solidFill>
                  <a:srgbClr val="FFFFFF"/>
                </a:solidFill>
                <a:latin typeface="Karla Light"/>
                <a:ea typeface="Karla Light"/>
                <a:cs typeface="Karla Light"/>
                <a:sym typeface="Karla Light"/>
              </a:rPr>
              <a:t>Todo se configura por terminal, YAML, Python y logs. Visualizar errores o flujos puede ser complejo.</a:t>
            </a:r>
            <a:endParaRPr sz="1000" dirty="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dirty="0">
                <a:solidFill>
                  <a:srgbClr val="FFFFFF"/>
                </a:solidFill>
                <a:latin typeface="Karla Light"/>
                <a:ea typeface="Karla Light"/>
                <a:cs typeface="Karla Light"/>
                <a:sym typeface="Karla Light"/>
              </a:rPr>
              <a:t> </a:t>
            </a:r>
            <a:endParaRPr sz="1000" dirty="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dirty="0">
                <a:solidFill>
                  <a:srgbClr val="51AFDB"/>
                </a:solidFill>
                <a:latin typeface="Karla Medium"/>
                <a:ea typeface="Karla Medium"/>
                <a:cs typeface="Karla Medium"/>
                <a:sym typeface="Karla Medium"/>
              </a:rPr>
              <a:t>Limitaciones formativas</a:t>
            </a:r>
            <a:endParaRPr sz="1000" dirty="0">
              <a:solidFill>
                <a:srgbClr val="51AFDB"/>
              </a:solidFill>
              <a:latin typeface="Karla Medium"/>
              <a:ea typeface="Karla Medium"/>
              <a:cs typeface="Karla Medium"/>
              <a:sym typeface="Karla Medium"/>
            </a:endParaRPr>
          </a:p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dirty="0">
                <a:solidFill>
                  <a:srgbClr val="4F81BD"/>
                </a:solidFill>
                <a:latin typeface="Karla"/>
                <a:ea typeface="Karla"/>
                <a:cs typeface="Karla"/>
                <a:sym typeface="Karla"/>
              </a:rPr>
              <a:t>Somos estudiantes en proceso de aprendizaje</a:t>
            </a:r>
            <a:endParaRPr sz="1000" dirty="0">
              <a:solidFill>
                <a:srgbClr val="4F81BD"/>
              </a:solidFill>
              <a:latin typeface="Karla"/>
              <a:ea typeface="Karla"/>
              <a:cs typeface="Karla"/>
              <a:sym typeface="Karla"/>
            </a:endParaRPr>
          </a:p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dirty="0">
                <a:solidFill>
                  <a:srgbClr val="FFFFFF"/>
                </a:solidFill>
                <a:latin typeface="Karla Light"/>
                <a:ea typeface="Karla Light"/>
                <a:cs typeface="Karla Light"/>
                <a:sym typeface="Karla Light"/>
              </a:rPr>
              <a:t>Este fue nuestro primer contacto con Spine-Leaf, DMZ, ACLs, firewalls en serie, etc.</a:t>
            </a:r>
            <a:endParaRPr sz="1000" dirty="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0" dirty="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dirty="0">
                <a:solidFill>
                  <a:srgbClr val="4F81BD"/>
                </a:solidFill>
                <a:latin typeface="Karla"/>
                <a:ea typeface="Karla"/>
                <a:cs typeface="Karla"/>
                <a:sym typeface="Karla"/>
              </a:rPr>
              <a:t>Muchas decisiones fueron resultado de prueba, error y ajuste</a:t>
            </a:r>
            <a:endParaRPr sz="1000" dirty="0">
              <a:solidFill>
                <a:srgbClr val="4F81BD"/>
              </a:solidFill>
              <a:latin typeface="Karla"/>
              <a:ea typeface="Karla"/>
              <a:cs typeface="Karla"/>
              <a:sym typeface="Karla"/>
            </a:endParaRPr>
          </a:p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dirty="0">
                <a:solidFill>
                  <a:srgbClr val="FFFFFF"/>
                </a:solidFill>
                <a:latin typeface="Karla Light"/>
                <a:ea typeface="Karla Light"/>
                <a:cs typeface="Karla Light"/>
                <a:sym typeface="Karla Light"/>
              </a:rPr>
              <a:t>Un proceso valioso, pero que puede implicar simplificaciones o enfoques seguramente mejorables.</a:t>
            </a:r>
            <a:endParaRPr sz="1000" dirty="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900" dirty="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900" dirty="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00" dirty="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</p:txBody>
      </p:sp>
      <p:grpSp>
        <p:nvGrpSpPr>
          <p:cNvPr id="587" name="Google Shape;587;p44"/>
          <p:cNvGrpSpPr/>
          <p:nvPr/>
        </p:nvGrpSpPr>
        <p:grpSpPr>
          <a:xfrm>
            <a:off x="1377078" y="1153963"/>
            <a:ext cx="357509" cy="352595"/>
            <a:chOff x="-25834600" y="3915850"/>
            <a:chExt cx="300100" cy="295975"/>
          </a:xfrm>
        </p:grpSpPr>
        <p:sp>
          <p:nvSpPr>
            <p:cNvPr id="588" name="Google Shape;588;p44"/>
            <p:cNvSpPr/>
            <p:nvPr/>
          </p:nvSpPr>
          <p:spPr>
            <a:xfrm>
              <a:off x="-25677875" y="3915850"/>
              <a:ext cx="143375" cy="137675"/>
            </a:xfrm>
            <a:custGeom>
              <a:avLst/>
              <a:gdLst/>
              <a:ahLst/>
              <a:cxnLst/>
              <a:rect l="l" t="t" r="r" b="b"/>
              <a:pathLst>
                <a:path w="5735" h="5507" extrusionOk="0">
                  <a:moveTo>
                    <a:pt x="1123" y="1"/>
                  </a:moveTo>
                  <a:cubicBezTo>
                    <a:pt x="859" y="1"/>
                    <a:pt x="599" y="103"/>
                    <a:pt x="410" y="308"/>
                  </a:cubicBezTo>
                  <a:cubicBezTo>
                    <a:pt x="1" y="686"/>
                    <a:pt x="1" y="1379"/>
                    <a:pt x="410" y="1757"/>
                  </a:cubicBezTo>
                  <a:lnTo>
                    <a:pt x="3813" y="5191"/>
                  </a:lnTo>
                  <a:cubicBezTo>
                    <a:pt x="4033" y="5380"/>
                    <a:pt x="4285" y="5506"/>
                    <a:pt x="4569" y="5506"/>
                  </a:cubicBezTo>
                  <a:cubicBezTo>
                    <a:pt x="4853" y="5506"/>
                    <a:pt x="5136" y="5380"/>
                    <a:pt x="5325" y="5191"/>
                  </a:cubicBezTo>
                  <a:cubicBezTo>
                    <a:pt x="5735" y="4781"/>
                    <a:pt x="5735" y="4120"/>
                    <a:pt x="5325" y="3742"/>
                  </a:cubicBezTo>
                  <a:lnTo>
                    <a:pt x="1860" y="308"/>
                  </a:lnTo>
                  <a:cubicBezTo>
                    <a:pt x="1655" y="103"/>
                    <a:pt x="1387" y="1"/>
                    <a:pt x="1123" y="1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3B8794"/>
                </a:solidFill>
              </a:endParaRPr>
            </a:p>
          </p:txBody>
        </p:sp>
        <p:sp>
          <p:nvSpPr>
            <p:cNvPr id="589" name="Google Shape;589;p44"/>
            <p:cNvSpPr/>
            <p:nvPr/>
          </p:nvSpPr>
          <p:spPr>
            <a:xfrm>
              <a:off x="-25834600" y="4167700"/>
              <a:ext cx="43350" cy="44125"/>
            </a:xfrm>
            <a:custGeom>
              <a:avLst/>
              <a:gdLst/>
              <a:ahLst/>
              <a:cxnLst/>
              <a:rect l="l" t="t" r="r" b="b"/>
              <a:pathLst>
                <a:path w="1734" h="1765" extrusionOk="0">
                  <a:moveTo>
                    <a:pt x="756" y="0"/>
                  </a:moveTo>
                  <a:lnTo>
                    <a:pt x="221" y="630"/>
                  </a:lnTo>
                  <a:cubicBezTo>
                    <a:pt x="95" y="756"/>
                    <a:pt x="0" y="945"/>
                    <a:pt x="0" y="1103"/>
                  </a:cubicBezTo>
                  <a:cubicBezTo>
                    <a:pt x="0" y="1292"/>
                    <a:pt x="95" y="1449"/>
                    <a:pt x="221" y="1575"/>
                  </a:cubicBezTo>
                  <a:cubicBezTo>
                    <a:pt x="347" y="1702"/>
                    <a:pt x="536" y="1765"/>
                    <a:pt x="693" y="1765"/>
                  </a:cubicBezTo>
                  <a:cubicBezTo>
                    <a:pt x="882" y="1765"/>
                    <a:pt x="1040" y="1702"/>
                    <a:pt x="1166" y="1575"/>
                  </a:cubicBezTo>
                  <a:lnTo>
                    <a:pt x="1733" y="977"/>
                  </a:lnTo>
                  <a:lnTo>
                    <a:pt x="756" y="0"/>
                  </a:ln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3B8794"/>
                </a:solidFill>
              </a:endParaRPr>
            </a:p>
          </p:txBody>
        </p:sp>
        <p:sp>
          <p:nvSpPr>
            <p:cNvPr id="590" name="Google Shape;590;p44"/>
            <p:cNvSpPr/>
            <p:nvPr/>
          </p:nvSpPr>
          <p:spPr>
            <a:xfrm>
              <a:off x="-25800725" y="3972375"/>
              <a:ext cx="206375" cy="207950"/>
            </a:xfrm>
            <a:custGeom>
              <a:avLst/>
              <a:gdLst/>
              <a:ahLst/>
              <a:cxnLst/>
              <a:rect l="l" t="t" r="r" b="b"/>
              <a:pathLst>
                <a:path w="8255" h="8318" extrusionOk="0">
                  <a:moveTo>
                    <a:pt x="4285" y="2457"/>
                  </a:moveTo>
                  <a:lnTo>
                    <a:pt x="5797" y="3938"/>
                  </a:lnTo>
                  <a:lnTo>
                    <a:pt x="5261" y="4474"/>
                  </a:lnTo>
                  <a:cubicBezTo>
                    <a:pt x="4868" y="4868"/>
                    <a:pt x="4342" y="5064"/>
                    <a:pt x="3814" y="5064"/>
                  </a:cubicBezTo>
                  <a:cubicBezTo>
                    <a:pt x="3708" y="5064"/>
                    <a:pt x="3602" y="5057"/>
                    <a:pt x="3497" y="5041"/>
                  </a:cubicBezTo>
                  <a:lnTo>
                    <a:pt x="3214" y="5009"/>
                  </a:lnTo>
                  <a:lnTo>
                    <a:pt x="3182" y="4726"/>
                  </a:lnTo>
                  <a:cubicBezTo>
                    <a:pt x="3119" y="4096"/>
                    <a:pt x="3308" y="3434"/>
                    <a:pt x="3781" y="2962"/>
                  </a:cubicBezTo>
                  <a:lnTo>
                    <a:pt x="4285" y="2457"/>
                  </a:lnTo>
                  <a:close/>
                  <a:moveTo>
                    <a:pt x="4789" y="0"/>
                  </a:moveTo>
                  <a:lnTo>
                    <a:pt x="3056" y="1796"/>
                  </a:lnTo>
                  <a:cubicBezTo>
                    <a:pt x="2174" y="2678"/>
                    <a:pt x="1733" y="4001"/>
                    <a:pt x="1890" y="5261"/>
                  </a:cubicBezTo>
                  <a:lnTo>
                    <a:pt x="1922" y="5419"/>
                  </a:lnTo>
                  <a:lnTo>
                    <a:pt x="0" y="7341"/>
                  </a:lnTo>
                  <a:lnTo>
                    <a:pt x="977" y="8317"/>
                  </a:lnTo>
                  <a:lnTo>
                    <a:pt x="2898" y="6396"/>
                  </a:lnTo>
                  <a:lnTo>
                    <a:pt x="3056" y="6427"/>
                  </a:lnTo>
                  <a:cubicBezTo>
                    <a:pt x="3214" y="6459"/>
                    <a:pt x="3371" y="6459"/>
                    <a:pt x="3592" y="6459"/>
                  </a:cubicBezTo>
                  <a:cubicBezTo>
                    <a:pt x="4694" y="6459"/>
                    <a:pt x="5734" y="6049"/>
                    <a:pt x="6522" y="5261"/>
                  </a:cubicBezTo>
                  <a:lnTo>
                    <a:pt x="8254" y="3466"/>
                  </a:lnTo>
                  <a:lnTo>
                    <a:pt x="7278" y="2489"/>
                  </a:lnTo>
                  <a:lnTo>
                    <a:pt x="6301" y="3466"/>
                  </a:lnTo>
                  <a:lnTo>
                    <a:pt x="4852" y="2016"/>
                  </a:lnTo>
                  <a:lnTo>
                    <a:pt x="5828" y="1040"/>
                  </a:lnTo>
                  <a:lnTo>
                    <a:pt x="4789" y="0"/>
                  </a:ln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3B8794"/>
                </a:solidFill>
              </a:endParaRPr>
            </a:p>
          </p:txBody>
        </p:sp>
      </p:grpSp>
      <p:grpSp>
        <p:nvGrpSpPr>
          <p:cNvPr id="591" name="Google Shape;591;p44"/>
          <p:cNvGrpSpPr/>
          <p:nvPr/>
        </p:nvGrpSpPr>
        <p:grpSpPr>
          <a:xfrm>
            <a:off x="1326786" y="3385763"/>
            <a:ext cx="357509" cy="352595"/>
            <a:chOff x="-25834600" y="3915850"/>
            <a:chExt cx="300100" cy="295975"/>
          </a:xfrm>
        </p:grpSpPr>
        <p:sp>
          <p:nvSpPr>
            <p:cNvPr id="592" name="Google Shape;592;p44"/>
            <p:cNvSpPr/>
            <p:nvPr/>
          </p:nvSpPr>
          <p:spPr>
            <a:xfrm>
              <a:off x="-25677875" y="3915850"/>
              <a:ext cx="143375" cy="137675"/>
            </a:xfrm>
            <a:custGeom>
              <a:avLst/>
              <a:gdLst/>
              <a:ahLst/>
              <a:cxnLst/>
              <a:rect l="l" t="t" r="r" b="b"/>
              <a:pathLst>
                <a:path w="5735" h="5507" extrusionOk="0">
                  <a:moveTo>
                    <a:pt x="1123" y="1"/>
                  </a:moveTo>
                  <a:cubicBezTo>
                    <a:pt x="859" y="1"/>
                    <a:pt x="599" y="103"/>
                    <a:pt x="410" y="308"/>
                  </a:cubicBezTo>
                  <a:cubicBezTo>
                    <a:pt x="1" y="686"/>
                    <a:pt x="1" y="1379"/>
                    <a:pt x="410" y="1757"/>
                  </a:cubicBezTo>
                  <a:lnTo>
                    <a:pt x="3813" y="5191"/>
                  </a:lnTo>
                  <a:cubicBezTo>
                    <a:pt x="4033" y="5380"/>
                    <a:pt x="4285" y="5506"/>
                    <a:pt x="4569" y="5506"/>
                  </a:cubicBezTo>
                  <a:cubicBezTo>
                    <a:pt x="4853" y="5506"/>
                    <a:pt x="5136" y="5380"/>
                    <a:pt x="5325" y="5191"/>
                  </a:cubicBezTo>
                  <a:cubicBezTo>
                    <a:pt x="5735" y="4781"/>
                    <a:pt x="5735" y="4120"/>
                    <a:pt x="5325" y="3742"/>
                  </a:cubicBezTo>
                  <a:lnTo>
                    <a:pt x="1860" y="308"/>
                  </a:lnTo>
                  <a:cubicBezTo>
                    <a:pt x="1655" y="103"/>
                    <a:pt x="1387" y="1"/>
                    <a:pt x="1123" y="1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3B8794"/>
                </a:solidFill>
              </a:endParaRPr>
            </a:p>
          </p:txBody>
        </p:sp>
        <p:sp>
          <p:nvSpPr>
            <p:cNvPr id="593" name="Google Shape;593;p44"/>
            <p:cNvSpPr/>
            <p:nvPr/>
          </p:nvSpPr>
          <p:spPr>
            <a:xfrm>
              <a:off x="-25834600" y="4167700"/>
              <a:ext cx="43350" cy="44125"/>
            </a:xfrm>
            <a:custGeom>
              <a:avLst/>
              <a:gdLst/>
              <a:ahLst/>
              <a:cxnLst/>
              <a:rect l="l" t="t" r="r" b="b"/>
              <a:pathLst>
                <a:path w="1734" h="1765" extrusionOk="0">
                  <a:moveTo>
                    <a:pt x="756" y="0"/>
                  </a:moveTo>
                  <a:lnTo>
                    <a:pt x="221" y="630"/>
                  </a:lnTo>
                  <a:cubicBezTo>
                    <a:pt x="95" y="756"/>
                    <a:pt x="0" y="945"/>
                    <a:pt x="0" y="1103"/>
                  </a:cubicBezTo>
                  <a:cubicBezTo>
                    <a:pt x="0" y="1292"/>
                    <a:pt x="95" y="1449"/>
                    <a:pt x="221" y="1575"/>
                  </a:cubicBezTo>
                  <a:cubicBezTo>
                    <a:pt x="347" y="1702"/>
                    <a:pt x="536" y="1765"/>
                    <a:pt x="693" y="1765"/>
                  </a:cubicBezTo>
                  <a:cubicBezTo>
                    <a:pt x="882" y="1765"/>
                    <a:pt x="1040" y="1702"/>
                    <a:pt x="1166" y="1575"/>
                  </a:cubicBezTo>
                  <a:lnTo>
                    <a:pt x="1733" y="977"/>
                  </a:lnTo>
                  <a:lnTo>
                    <a:pt x="756" y="0"/>
                  </a:ln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3B8794"/>
                </a:solidFill>
              </a:endParaRPr>
            </a:p>
          </p:txBody>
        </p:sp>
        <p:sp>
          <p:nvSpPr>
            <p:cNvPr id="594" name="Google Shape;594;p44"/>
            <p:cNvSpPr/>
            <p:nvPr/>
          </p:nvSpPr>
          <p:spPr>
            <a:xfrm>
              <a:off x="-25800725" y="3972375"/>
              <a:ext cx="206375" cy="207950"/>
            </a:xfrm>
            <a:custGeom>
              <a:avLst/>
              <a:gdLst/>
              <a:ahLst/>
              <a:cxnLst/>
              <a:rect l="l" t="t" r="r" b="b"/>
              <a:pathLst>
                <a:path w="8255" h="8318" extrusionOk="0">
                  <a:moveTo>
                    <a:pt x="4285" y="2457"/>
                  </a:moveTo>
                  <a:lnTo>
                    <a:pt x="5797" y="3938"/>
                  </a:lnTo>
                  <a:lnTo>
                    <a:pt x="5261" y="4474"/>
                  </a:lnTo>
                  <a:cubicBezTo>
                    <a:pt x="4868" y="4868"/>
                    <a:pt x="4342" y="5064"/>
                    <a:pt x="3814" y="5064"/>
                  </a:cubicBezTo>
                  <a:cubicBezTo>
                    <a:pt x="3708" y="5064"/>
                    <a:pt x="3602" y="5057"/>
                    <a:pt x="3497" y="5041"/>
                  </a:cubicBezTo>
                  <a:lnTo>
                    <a:pt x="3214" y="5009"/>
                  </a:lnTo>
                  <a:lnTo>
                    <a:pt x="3182" y="4726"/>
                  </a:lnTo>
                  <a:cubicBezTo>
                    <a:pt x="3119" y="4096"/>
                    <a:pt x="3308" y="3434"/>
                    <a:pt x="3781" y="2962"/>
                  </a:cubicBezTo>
                  <a:lnTo>
                    <a:pt x="4285" y="2457"/>
                  </a:lnTo>
                  <a:close/>
                  <a:moveTo>
                    <a:pt x="4789" y="0"/>
                  </a:moveTo>
                  <a:lnTo>
                    <a:pt x="3056" y="1796"/>
                  </a:lnTo>
                  <a:cubicBezTo>
                    <a:pt x="2174" y="2678"/>
                    <a:pt x="1733" y="4001"/>
                    <a:pt x="1890" y="5261"/>
                  </a:cubicBezTo>
                  <a:lnTo>
                    <a:pt x="1922" y="5419"/>
                  </a:lnTo>
                  <a:lnTo>
                    <a:pt x="0" y="7341"/>
                  </a:lnTo>
                  <a:lnTo>
                    <a:pt x="977" y="8317"/>
                  </a:lnTo>
                  <a:lnTo>
                    <a:pt x="2898" y="6396"/>
                  </a:lnTo>
                  <a:lnTo>
                    <a:pt x="3056" y="6427"/>
                  </a:lnTo>
                  <a:cubicBezTo>
                    <a:pt x="3214" y="6459"/>
                    <a:pt x="3371" y="6459"/>
                    <a:pt x="3592" y="6459"/>
                  </a:cubicBezTo>
                  <a:cubicBezTo>
                    <a:pt x="4694" y="6459"/>
                    <a:pt x="5734" y="6049"/>
                    <a:pt x="6522" y="5261"/>
                  </a:cubicBezTo>
                  <a:lnTo>
                    <a:pt x="8254" y="3466"/>
                  </a:lnTo>
                  <a:lnTo>
                    <a:pt x="7278" y="2489"/>
                  </a:lnTo>
                  <a:lnTo>
                    <a:pt x="6301" y="3466"/>
                  </a:lnTo>
                  <a:lnTo>
                    <a:pt x="4852" y="2016"/>
                  </a:lnTo>
                  <a:lnTo>
                    <a:pt x="5828" y="1040"/>
                  </a:lnTo>
                  <a:lnTo>
                    <a:pt x="4789" y="0"/>
                  </a:ln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solidFill>
                  <a:srgbClr val="3B8794"/>
                </a:solidFill>
              </a:endParaRPr>
            </a:p>
          </p:txBody>
        </p:sp>
      </p:grpSp>
      <p:grpSp>
        <p:nvGrpSpPr>
          <p:cNvPr id="595" name="Google Shape;595;p44"/>
          <p:cNvGrpSpPr/>
          <p:nvPr/>
        </p:nvGrpSpPr>
        <p:grpSpPr>
          <a:xfrm>
            <a:off x="647336" y="276050"/>
            <a:ext cx="299344" cy="351880"/>
            <a:chOff x="-27691025" y="3175300"/>
            <a:chExt cx="251275" cy="295375"/>
          </a:xfrm>
        </p:grpSpPr>
        <p:sp>
          <p:nvSpPr>
            <p:cNvPr id="596" name="Google Shape;596;p44"/>
            <p:cNvSpPr/>
            <p:nvPr/>
          </p:nvSpPr>
          <p:spPr>
            <a:xfrm>
              <a:off x="-27492550" y="3298150"/>
              <a:ext cx="18125" cy="18150"/>
            </a:xfrm>
            <a:custGeom>
              <a:avLst/>
              <a:gdLst/>
              <a:ahLst/>
              <a:cxnLst/>
              <a:rect l="l" t="t" r="r" b="b"/>
              <a:pathLst>
                <a:path w="725" h="726" extrusionOk="0">
                  <a:moveTo>
                    <a:pt x="378" y="1"/>
                  </a:moveTo>
                  <a:cubicBezTo>
                    <a:pt x="158" y="1"/>
                    <a:pt x="0" y="158"/>
                    <a:pt x="0" y="347"/>
                  </a:cubicBezTo>
                  <a:cubicBezTo>
                    <a:pt x="0" y="568"/>
                    <a:pt x="158" y="726"/>
                    <a:pt x="378" y="726"/>
                  </a:cubicBezTo>
                  <a:cubicBezTo>
                    <a:pt x="599" y="663"/>
                    <a:pt x="725" y="505"/>
                    <a:pt x="725" y="347"/>
                  </a:cubicBezTo>
                  <a:cubicBezTo>
                    <a:pt x="725" y="158"/>
                    <a:pt x="567" y="1"/>
                    <a:pt x="378" y="1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" name="Google Shape;597;p44"/>
            <p:cNvSpPr/>
            <p:nvPr/>
          </p:nvSpPr>
          <p:spPr>
            <a:xfrm>
              <a:off x="-27613050" y="3175300"/>
              <a:ext cx="60650" cy="105550"/>
            </a:xfrm>
            <a:custGeom>
              <a:avLst/>
              <a:gdLst/>
              <a:ahLst/>
              <a:cxnLst/>
              <a:rect l="l" t="t" r="r" b="b"/>
              <a:pathLst>
                <a:path w="2426" h="4222" extrusionOk="0">
                  <a:moveTo>
                    <a:pt x="347" y="0"/>
                  </a:moveTo>
                  <a:cubicBezTo>
                    <a:pt x="158" y="0"/>
                    <a:pt x="0" y="158"/>
                    <a:pt x="0" y="347"/>
                  </a:cubicBezTo>
                  <a:lnTo>
                    <a:pt x="0" y="1733"/>
                  </a:lnTo>
                  <a:cubicBezTo>
                    <a:pt x="32" y="1922"/>
                    <a:pt x="158" y="2080"/>
                    <a:pt x="347" y="2080"/>
                  </a:cubicBezTo>
                  <a:cubicBezTo>
                    <a:pt x="536" y="2080"/>
                    <a:pt x="693" y="1922"/>
                    <a:pt x="693" y="1733"/>
                  </a:cubicBezTo>
                  <a:lnTo>
                    <a:pt x="693" y="1386"/>
                  </a:lnTo>
                  <a:lnTo>
                    <a:pt x="1040" y="1386"/>
                  </a:lnTo>
                  <a:cubicBezTo>
                    <a:pt x="1260" y="1386"/>
                    <a:pt x="1418" y="1544"/>
                    <a:pt x="1418" y="1733"/>
                  </a:cubicBezTo>
                  <a:lnTo>
                    <a:pt x="1418" y="2899"/>
                  </a:lnTo>
                  <a:cubicBezTo>
                    <a:pt x="1197" y="3025"/>
                    <a:pt x="1040" y="3277"/>
                    <a:pt x="1040" y="3497"/>
                  </a:cubicBezTo>
                  <a:lnTo>
                    <a:pt x="1040" y="4222"/>
                  </a:lnTo>
                  <a:lnTo>
                    <a:pt x="2426" y="4222"/>
                  </a:lnTo>
                  <a:lnTo>
                    <a:pt x="2426" y="3497"/>
                  </a:lnTo>
                  <a:cubicBezTo>
                    <a:pt x="2426" y="3214"/>
                    <a:pt x="2268" y="3025"/>
                    <a:pt x="2079" y="2899"/>
                  </a:cubicBezTo>
                  <a:lnTo>
                    <a:pt x="2079" y="1733"/>
                  </a:lnTo>
                  <a:cubicBezTo>
                    <a:pt x="2079" y="1134"/>
                    <a:pt x="1607" y="693"/>
                    <a:pt x="1040" y="693"/>
                  </a:cubicBezTo>
                  <a:lnTo>
                    <a:pt x="693" y="693"/>
                  </a:lnTo>
                  <a:lnTo>
                    <a:pt x="693" y="347"/>
                  </a:lnTo>
                  <a:cubicBezTo>
                    <a:pt x="693" y="158"/>
                    <a:pt x="536" y="0"/>
                    <a:pt x="347" y="0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" name="Google Shape;598;p44"/>
            <p:cNvSpPr/>
            <p:nvPr/>
          </p:nvSpPr>
          <p:spPr>
            <a:xfrm>
              <a:off x="-27691025" y="3175300"/>
              <a:ext cx="60650" cy="105550"/>
            </a:xfrm>
            <a:custGeom>
              <a:avLst/>
              <a:gdLst/>
              <a:ahLst/>
              <a:cxnLst/>
              <a:rect l="l" t="t" r="r" b="b"/>
              <a:pathLst>
                <a:path w="2426" h="4222" extrusionOk="0">
                  <a:moveTo>
                    <a:pt x="2079" y="0"/>
                  </a:moveTo>
                  <a:cubicBezTo>
                    <a:pt x="1890" y="0"/>
                    <a:pt x="1733" y="158"/>
                    <a:pt x="1733" y="347"/>
                  </a:cubicBezTo>
                  <a:lnTo>
                    <a:pt x="1733" y="693"/>
                  </a:lnTo>
                  <a:lnTo>
                    <a:pt x="1386" y="693"/>
                  </a:lnTo>
                  <a:cubicBezTo>
                    <a:pt x="788" y="693"/>
                    <a:pt x="347" y="1166"/>
                    <a:pt x="347" y="1733"/>
                  </a:cubicBezTo>
                  <a:lnTo>
                    <a:pt x="347" y="2899"/>
                  </a:lnTo>
                  <a:cubicBezTo>
                    <a:pt x="158" y="3025"/>
                    <a:pt x="0" y="3277"/>
                    <a:pt x="0" y="3497"/>
                  </a:cubicBezTo>
                  <a:lnTo>
                    <a:pt x="0" y="4222"/>
                  </a:lnTo>
                  <a:lnTo>
                    <a:pt x="1386" y="4222"/>
                  </a:lnTo>
                  <a:lnTo>
                    <a:pt x="1386" y="3497"/>
                  </a:lnTo>
                  <a:cubicBezTo>
                    <a:pt x="1386" y="3214"/>
                    <a:pt x="1229" y="3025"/>
                    <a:pt x="1008" y="2899"/>
                  </a:cubicBezTo>
                  <a:lnTo>
                    <a:pt x="1008" y="1733"/>
                  </a:lnTo>
                  <a:cubicBezTo>
                    <a:pt x="1008" y="1544"/>
                    <a:pt x="1166" y="1386"/>
                    <a:pt x="1386" y="1386"/>
                  </a:cubicBezTo>
                  <a:lnTo>
                    <a:pt x="1733" y="1386"/>
                  </a:lnTo>
                  <a:lnTo>
                    <a:pt x="1733" y="1733"/>
                  </a:lnTo>
                  <a:cubicBezTo>
                    <a:pt x="1733" y="1922"/>
                    <a:pt x="1890" y="2080"/>
                    <a:pt x="2079" y="2080"/>
                  </a:cubicBezTo>
                  <a:cubicBezTo>
                    <a:pt x="2268" y="2080"/>
                    <a:pt x="2426" y="1922"/>
                    <a:pt x="2426" y="1733"/>
                  </a:cubicBezTo>
                  <a:lnTo>
                    <a:pt x="2426" y="347"/>
                  </a:lnTo>
                  <a:cubicBezTo>
                    <a:pt x="2426" y="158"/>
                    <a:pt x="2268" y="0"/>
                    <a:pt x="2079" y="0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" name="Google Shape;599;p44"/>
            <p:cNvSpPr/>
            <p:nvPr/>
          </p:nvSpPr>
          <p:spPr>
            <a:xfrm>
              <a:off x="-27691025" y="3263500"/>
              <a:ext cx="251275" cy="207175"/>
            </a:xfrm>
            <a:custGeom>
              <a:avLst/>
              <a:gdLst/>
              <a:ahLst/>
              <a:cxnLst/>
              <a:rect l="l" t="t" r="r" b="b"/>
              <a:pathLst>
                <a:path w="10051" h="8287" extrusionOk="0">
                  <a:moveTo>
                    <a:pt x="8317" y="725"/>
                  </a:moveTo>
                  <a:cubicBezTo>
                    <a:pt x="8885" y="725"/>
                    <a:pt x="9326" y="1198"/>
                    <a:pt x="9326" y="1733"/>
                  </a:cubicBezTo>
                  <a:cubicBezTo>
                    <a:pt x="9326" y="2332"/>
                    <a:pt x="8853" y="2773"/>
                    <a:pt x="8317" y="2773"/>
                  </a:cubicBezTo>
                  <a:cubicBezTo>
                    <a:pt x="7750" y="2773"/>
                    <a:pt x="7278" y="2301"/>
                    <a:pt x="7278" y="1733"/>
                  </a:cubicBezTo>
                  <a:cubicBezTo>
                    <a:pt x="7278" y="1166"/>
                    <a:pt x="7750" y="725"/>
                    <a:pt x="8317" y="725"/>
                  </a:cubicBezTo>
                  <a:close/>
                  <a:moveTo>
                    <a:pt x="8317" y="1"/>
                  </a:moveTo>
                  <a:cubicBezTo>
                    <a:pt x="7372" y="1"/>
                    <a:pt x="6585" y="788"/>
                    <a:pt x="6585" y="1733"/>
                  </a:cubicBezTo>
                  <a:cubicBezTo>
                    <a:pt x="6585" y="2584"/>
                    <a:pt x="7152" y="3277"/>
                    <a:pt x="7939" y="3435"/>
                  </a:cubicBezTo>
                  <a:lnTo>
                    <a:pt x="7939" y="5199"/>
                  </a:lnTo>
                  <a:cubicBezTo>
                    <a:pt x="7939" y="6554"/>
                    <a:pt x="6837" y="7656"/>
                    <a:pt x="5513" y="7656"/>
                  </a:cubicBezTo>
                  <a:cubicBezTo>
                    <a:pt x="4190" y="7656"/>
                    <a:pt x="3088" y="6554"/>
                    <a:pt x="3088" y="5199"/>
                  </a:cubicBezTo>
                  <a:lnTo>
                    <a:pt x="3088" y="4506"/>
                  </a:lnTo>
                  <a:lnTo>
                    <a:pt x="3088" y="4443"/>
                  </a:lnTo>
                  <a:cubicBezTo>
                    <a:pt x="4316" y="4317"/>
                    <a:pt x="5324" y="3309"/>
                    <a:pt x="5482" y="2049"/>
                  </a:cubicBezTo>
                  <a:cubicBezTo>
                    <a:pt x="5513" y="1797"/>
                    <a:pt x="5513" y="1891"/>
                    <a:pt x="5513" y="1355"/>
                  </a:cubicBezTo>
                  <a:lnTo>
                    <a:pt x="4127" y="1355"/>
                  </a:lnTo>
                  <a:cubicBezTo>
                    <a:pt x="4127" y="1607"/>
                    <a:pt x="4127" y="1765"/>
                    <a:pt x="4096" y="2049"/>
                  </a:cubicBezTo>
                  <a:cubicBezTo>
                    <a:pt x="3938" y="2710"/>
                    <a:pt x="3340" y="3088"/>
                    <a:pt x="2741" y="3088"/>
                  </a:cubicBezTo>
                  <a:cubicBezTo>
                    <a:pt x="2174" y="3088"/>
                    <a:pt x="1575" y="2773"/>
                    <a:pt x="1418" y="2049"/>
                  </a:cubicBezTo>
                  <a:cubicBezTo>
                    <a:pt x="1386" y="1828"/>
                    <a:pt x="1386" y="1607"/>
                    <a:pt x="1386" y="1355"/>
                  </a:cubicBezTo>
                  <a:lnTo>
                    <a:pt x="0" y="1355"/>
                  </a:lnTo>
                  <a:cubicBezTo>
                    <a:pt x="0" y="1670"/>
                    <a:pt x="0" y="1733"/>
                    <a:pt x="32" y="2049"/>
                  </a:cubicBezTo>
                  <a:cubicBezTo>
                    <a:pt x="221" y="3277"/>
                    <a:pt x="1166" y="4317"/>
                    <a:pt x="2426" y="4474"/>
                  </a:cubicBezTo>
                  <a:lnTo>
                    <a:pt x="2426" y="5168"/>
                  </a:lnTo>
                  <a:cubicBezTo>
                    <a:pt x="2426" y="5672"/>
                    <a:pt x="2552" y="6144"/>
                    <a:pt x="2804" y="6585"/>
                  </a:cubicBezTo>
                  <a:cubicBezTo>
                    <a:pt x="3308" y="7625"/>
                    <a:pt x="4379" y="8286"/>
                    <a:pt x="5545" y="8286"/>
                  </a:cubicBezTo>
                  <a:cubicBezTo>
                    <a:pt x="7278" y="8286"/>
                    <a:pt x="8664" y="6869"/>
                    <a:pt x="8664" y="5168"/>
                  </a:cubicBezTo>
                  <a:lnTo>
                    <a:pt x="8664" y="3435"/>
                  </a:lnTo>
                  <a:cubicBezTo>
                    <a:pt x="9452" y="3277"/>
                    <a:pt x="10050" y="2584"/>
                    <a:pt x="10050" y="1733"/>
                  </a:cubicBezTo>
                  <a:cubicBezTo>
                    <a:pt x="10050" y="788"/>
                    <a:pt x="9263" y="1"/>
                    <a:pt x="8317" y="1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Google Shape;604;p45"/>
          <p:cNvSpPr txBox="1"/>
          <p:nvPr/>
        </p:nvSpPr>
        <p:spPr>
          <a:xfrm>
            <a:off x="860850" y="526704"/>
            <a:ext cx="7422300" cy="256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00" dirty="0">
              <a:solidFill>
                <a:srgbClr val="51AFDB"/>
              </a:solidFill>
              <a:latin typeface="Karla"/>
              <a:ea typeface="Karla"/>
              <a:cs typeface="Karla"/>
              <a:sym typeface="Karla"/>
            </a:endParaRPr>
          </a:p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51AFDB"/>
                </a:solidFill>
                <a:latin typeface="Karla"/>
                <a:ea typeface="Karla"/>
                <a:cs typeface="Karla"/>
                <a:sym typeface="Karla"/>
              </a:rPr>
              <a:t>Oleg Fernández-Llebrez Rodríguez</a:t>
            </a:r>
            <a:endParaRPr sz="1100" dirty="0">
              <a:solidFill>
                <a:srgbClr val="51AFDB"/>
              </a:solidFill>
              <a:latin typeface="Karla"/>
              <a:ea typeface="Karla"/>
              <a:cs typeface="Karla"/>
              <a:sym typeface="Karla"/>
            </a:endParaRPr>
          </a:p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u="sng" dirty="0">
                <a:solidFill>
                  <a:srgbClr val="FFFFFF"/>
                </a:solidFill>
                <a:latin typeface="Karla"/>
                <a:ea typeface="Karla"/>
                <a:cs typeface="Karla"/>
                <a:sym typeface="Karla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Oleg F. | LinkedIn</a:t>
            </a:r>
            <a:endParaRPr sz="1100" dirty="0">
              <a:solidFill>
                <a:srgbClr val="51AFDB"/>
              </a:solidFill>
              <a:latin typeface="Karla"/>
              <a:ea typeface="Karla"/>
              <a:cs typeface="Karla"/>
              <a:sym typeface="Karla"/>
            </a:endParaRPr>
          </a:p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00" dirty="0">
              <a:solidFill>
                <a:srgbClr val="51AFDB"/>
              </a:solidFill>
              <a:latin typeface="Karla"/>
              <a:ea typeface="Karla"/>
              <a:cs typeface="Karla"/>
              <a:sym typeface="Karla"/>
            </a:endParaRPr>
          </a:p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dirty="0">
                <a:solidFill>
                  <a:srgbClr val="51AFDB"/>
                </a:solidFill>
                <a:latin typeface="Karla"/>
                <a:ea typeface="Karla"/>
                <a:cs typeface="Karla"/>
                <a:sym typeface="Karla"/>
              </a:rPr>
              <a:t>Laura Ramos Granados</a:t>
            </a:r>
            <a:endParaRPr sz="1100" dirty="0">
              <a:solidFill>
                <a:srgbClr val="51AFDB"/>
              </a:solidFill>
              <a:latin typeface="Karla"/>
              <a:ea typeface="Karla"/>
              <a:cs typeface="Karla"/>
              <a:sym typeface="Karla"/>
            </a:endParaRPr>
          </a:p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u="sng" dirty="0">
                <a:solidFill>
                  <a:srgbClr val="FFFFFF"/>
                </a:solidFill>
                <a:latin typeface="Karla"/>
                <a:ea typeface="Karla"/>
                <a:cs typeface="Karla"/>
                <a:sym typeface="Karla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Laura Ramos Granados | LinkedIn</a:t>
            </a:r>
            <a:endParaRPr sz="1100" dirty="0">
              <a:solidFill>
                <a:srgbClr val="51AFDB"/>
              </a:solidFill>
              <a:latin typeface="Karla"/>
              <a:ea typeface="Karla"/>
              <a:cs typeface="Karla"/>
              <a:sym typeface="Karla"/>
            </a:endParaRPr>
          </a:p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000" dirty="0">
              <a:solidFill>
                <a:srgbClr val="51AFDB"/>
              </a:solidFill>
              <a:latin typeface="Karla"/>
              <a:ea typeface="Karla"/>
              <a:cs typeface="Karla"/>
              <a:sym typeface="Karla"/>
            </a:endParaRPr>
          </a:p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dirty="0">
                <a:solidFill>
                  <a:srgbClr val="FFFFFF"/>
                </a:solidFill>
                <a:latin typeface="Karla"/>
                <a:ea typeface="Karla"/>
                <a:cs typeface="Karla"/>
                <a:sym typeface="Karla"/>
              </a:rPr>
              <a:t>Queremos agradecer profundamente a </a:t>
            </a:r>
            <a:r>
              <a:rPr lang="en" sz="1000" dirty="0">
                <a:solidFill>
                  <a:srgbClr val="51AFDB"/>
                </a:solidFill>
                <a:latin typeface="Karla Medium"/>
                <a:ea typeface="Karla Medium"/>
                <a:cs typeface="Karla Medium"/>
                <a:sym typeface="Karla Medium"/>
              </a:rPr>
              <a:t>Kyndryl</a:t>
            </a:r>
            <a:r>
              <a:rPr lang="en" sz="1000" dirty="0">
                <a:solidFill>
                  <a:srgbClr val="FFFFFF"/>
                </a:solidFill>
                <a:latin typeface="Karla"/>
                <a:ea typeface="Karla"/>
                <a:cs typeface="Karla"/>
                <a:sym typeface="Karla"/>
              </a:rPr>
              <a:t> por brindarnos la oportunidad de integrarnos en un entorno profesional de alto nivel, y por permitirnos aplicar y ampliar nuestros conocimientos en un contexto real.</a:t>
            </a:r>
            <a:endParaRPr sz="1000" dirty="0">
              <a:solidFill>
                <a:srgbClr val="FFFFFF"/>
              </a:solidFill>
              <a:latin typeface="Karla"/>
              <a:ea typeface="Karla"/>
              <a:cs typeface="Karla"/>
              <a:sym typeface="Karla"/>
            </a:endParaRPr>
          </a:p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dirty="0">
                <a:solidFill>
                  <a:srgbClr val="FFFFFF"/>
                </a:solidFill>
                <a:latin typeface="Karla"/>
                <a:ea typeface="Karla"/>
                <a:cs typeface="Karla"/>
                <a:sym typeface="Karla"/>
              </a:rPr>
              <a:t>En especial, agradecemos a nuestros tutores, </a:t>
            </a:r>
            <a:r>
              <a:rPr lang="en" sz="1000" dirty="0">
                <a:solidFill>
                  <a:srgbClr val="51AFDB"/>
                </a:solidFill>
                <a:latin typeface="Karla Medium"/>
                <a:ea typeface="Karla Medium"/>
                <a:cs typeface="Karla Medium"/>
                <a:sym typeface="Karla Medium"/>
              </a:rPr>
              <a:t>Daniel Gastelut y Carla María Platero</a:t>
            </a:r>
            <a:r>
              <a:rPr lang="en" sz="1000" dirty="0">
                <a:solidFill>
                  <a:srgbClr val="FFFFFF"/>
                </a:solidFill>
                <a:latin typeface="Karla"/>
                <a:ea typeface="Karla"/>
                <a:cs typeface="Karla"/>
                <a:sym typeface="Karla"/>
              </a:rPr>
              <a:t>. </a:t>
            </a:r>
            <a:endParaRPr sz="1000" dirty="0">
              <a:solidFill>
                <a:srgbClr val="FFFFFF"/>
              </a:solidFill>
              <a:latin typeface="Karla"/>
              <a:ea typeface="Karla"/>
              <a:cs typeface="Karla"/>
              <a:sym typeface="Karla"/>
            </a:endParaRPr>
          </a:p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 dirty="0">
                <a:solidFill>
                  <a:srgbClr val="FFFFFF"/>
                </a:solidFill>
                <a:latin typeface="Karla"/>
                <a:ea typeface="Karla"/>
                <a:cs typeface="Karla"/>
                <a:sym typeface="Karla"/>
              </a:rPr>
              <a:t>De manera muy especial, a </a:t>
            </a:r>
            <a:r>
              <a:rPr lang="en" sz="1000" dirty="0">
                <a:solidFill>
                  <a:srgbClr val="51AFDB"/>
                </a:solidFill>
                <a:latin typeface="Karla Medium"/>
                <a:ea typeface="Karla Medium"/>
                <a:cs typeface="Karla Medium"/>
                <a:sym typeface="Karla Medium"/>
              </a:rPr>
              <a:t>José Valle y Diego Gutiérrez</a:t>
            </a:r>
            <a:r>
              <a:rPr lang="en" sz="1000" dirty="0">
                <a:solidFill>
                  <a:srgbClr val="FFFFFF"/>
                </a:solidFill>
                <a:latin typeface="Karla"/>
                <a:ea typeface="Karla"/>
                <a:cs typeface="Karla"/>
                <a:sym typeface="Karla"/>
              </a:rPr>
              <a:t>, por su cercanía, orientación y apoyo constante durante esta etapa.</a:t>
            </a:r>
            <a:endParaRPr sz="1000" dirty="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900" dirty="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marL="0" lvl="0" indent="0" algn="just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100" dirty="0">
              <a:solidFill>
                <a:srgbClr val="FFFFFF"/>
              </a:solidFill>
              <a:latin typeface="Karla Light"/>
              <a:ea typeface="Karla Light"/>
              <a:cs typeface="Karla Light"/>
              <a:sym typeface="Karla Light"/>
            </a:endParaRPr>
          </a:p>
        </p:txBody>
      </p:sp>
      <p:sp>
        <p:nvSpPr>
          <p:cNvPr id="605" name="Google Shape;605;p45"/>
          <p:cNvSpPr txBox="1"/>
          <p:nvPr/>
        </p:nvSpPr>
        <p:spPr>
          <a:xfrm>
            <a:off x="2879550" y="156967"/>
            <a:ext cx="3384900" cy="45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dirty="0">
                <a:solidFill>
                  <a:srgbClr val="51AFDB"/>
                </a:solidFill>
                <a:latin typeface="Khand"/>
                <a:ea typeface="Khand"/>
                <a:cs typeface="Khand"/>
                <a:sym typeface="Khand"/>
              </a:rPr>
              <a:t>Gracias por su atención</a:t>
            </a:r>
            <a:endParaRPr sz="3000" dirty="0">
              <a:solidFill>
                <a:srgbClr val="FFFFFF"/>
              </a:solidFill>
              <a:latin typeface="Khand"/>
              <a:ea typeface="Khand"/>
              <a:cs typeface="Khand"/>
              <a:sym typeface="Khand"/>
            </a:endParaRPr>
          </a:p>
        </p:txBody>
      </p:sp>
      <p:grpSp>
        <p:nvGrpSpPr>
          <p:cNvPr id="606" name="Google Shape;606;p45"/>
          <p:cNvGrpSpPr/>
          <p:nvPr/>
        </p:nvGrpSpPr>
        <p:grpSpPr>
          <a:xfrm>
            <a:off x="3176813" y="922617"/>
            <a:ext cx="192856" cy="181516"/>
            <a:chOff x="1379798" y="1723250"/>
            <a:chExt cx="397887" cy="397887"/>
          </a:xfrm>
        </p:grpSpPr>
        <p:sp>
          <p:nvSpPr>
            <p:cNvPr id="607" name="Google Shape;607;p45"/>
            <p:cNvSpPr/>
            <p:nvPr/>
          </p:nvSpPr>
          <p:spPr>
            <a:xfrm>
              <a:off x="1462169" y="1793977"/>
              <a:ext cx="23354" cy="23312"/>
            </a:xfrm>
            <a:custGeom>
              <a:avLst/>
              <a:gdLst/>
              <a:ahLst/>
              <a:cxnLst/>
              <a:rect l="l" t="t" r="r" b="b"/>
              <a:pathLst>
                <a:path w="1119" h="1117" extrusionOk="0">
                  <a:moveTo>
                    <a:pt x="559" y="1"/>
                  </a:moveTo>
                  <a:cubicBezTo>
                    <a:pt x="251" y="1"/>
                    <a:pt x="0" y="250"/>
                    <a:pt x="0" y="558"/>
                  </a:cubicBezTo>
                  <a:cubicBezTo>
                    <a:pt x="0" y="866"/>
                    <a:pt x="251" y="1117"/>
                    <a:pt x="559" y="1117"/>
                  </a:cubicBezTo>
                  <a:cubicBezTo>
                    <a:pt x="867" y="1117"/>
                    <a:pt x="1118" y="866"/>
                    <a:pt x="1118" y="558"/>
                  </a:cubicBezTo>
                  <a:cubicBezTo>
                    <a:pt x="1118" y="250"/>
                    <a:pt x="867" y="1"/>
                    <a:pt x="559" y="1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8" name="Google Shape;608;p45"/>
            <p:cNvSpPr/>
            <p:nvPr/>
          </p:nvSpPr>
          <p:spPr>
            <a:xfrm>
              <a:off x="1379798" y="1723250"/>
              <a:ext cx="397887" cy="397887"/>
            </a:xfrm>
            <a:custGeom>
              <a:avLst/>
              <a:gdLst/>
              <a:ahLst/>
              <a:cxnLst/>
              <a:rect l="l" t="t" r="r" b="b"/>
              <a:pathLst>
                <a:path w="19065" h="19065" extrusionOk="0">
                  <a:moveTo>
                    <a:pt x="4506" y="2271"/>
                  </a:moveTo>
                  <a:cubicBezTo>
                    <a:pt x="5429" y="2271"/>
                    <a:pt x="6181" y="3023"/>
                    <a:pt x="6181" y="3947"/>
                  </a:cubicBezTo>
                  <a:cubicBezTo>
                    <a:pt x="6181" y="4872"/>
                    <a:pt x="5429" y="5622"/>
                    <a:pt x="4506" y="5622"/>
                  </a:cubicBezTo>
                  <a:cubicBezTo>
                    <a:pt x="3583" y="5622"/>
                    <a:pt x="2831" y="4872"/>
                    <a:pt x="2831" y="3947"/>
                  </a:cubicBezTo>
                  <a:cubicBezTo>
                    <a:pt x="2831" y="3023"/>
                    <a:pt x="3583" y="2271"/>
                    <a:pt x="4506" y="2271"/>
                  </a:cubicBezTo>
                  <a:close/>
                  <a:moveTo>
                    <a:pt x="5622" y="6740"/>
                  </a:moveTo>
                  <a:cubicBezTo>
                    <a:pt x="5932" y="6740"/>
                    <a:pt x="6181" y="6989"/>
                    <a:pt x="6181" y="7299"/>
                  </a:cubicBezTo>
                  <a:lnTo>
                    <a:pt x="6181" y="16234"/>
                  </a:lnTo>
                  <a:cubicBezTo>
                    <a:pt x="6181" y="16544"/>
                    <a:pt x="5932" y="16793"/>
                    <a:pt x="5622" y="16793"/>
                  </a:cubicBezTo>
                  <a:lnTo>
                    <a:pt x="3388" y="16793"/>
                  </a:lnTo>
                  <a:cubicBezTo>
                    <a:pt x="3080" y="16793"/>
                    <a:pt x="2831" y="16544"/>
                    <a:pt x="2831" y="16234"/>
                  </a:cubicBezTo>
                  <a:lnTo>
                    <a:pt x="2831" y="7299"/>
                  </a:lnTo>
                  <a:cubicBezTo>
                    <a:pt x="2831" y="6989"/>
                    <a:pt x="3080" y="6740"/>
                    <a:pt x="3388" y="6740"/>
                  </a:cubicBezTo>
                  <a:close/>
                  <a:moveTo>
                    <a:pt x="12596" y="6721"/>
                  </a:moveTo>
                  <a:cubicBezTo>
                    <a:pt x="12811" y="6721"/>
                    <a:pt x="13027" y="6739"/>
                    <a:pt x="13241" y="6774"/>
                  </a:cubicBezTo>
                  <a:cubicBezTo>
                    <a:pt x="15058" y="7069"/>
                    <a:pt x="16235" y="8557"/>
                    <a:pt x="16235" y="10223"/>
                  </a:cubicBezTo>
                  <a:lnTo>
                    <a:pt x="16235" y="16234"/>
                  </a:lnTo>
                  <a:cubicBezTo>
                    <a:pt x="16235" y="16544"/>
                    <a:pt x="15985" y="16793"/>
                    <a:pt x="15676" y="16793"/>
                  </a:cubicBezTo>
                  <a:lnTo>
                    <a:pt x="13441" y="16793"/>
                  </a:lnTo>
                  <a:cubicBezTo>
                    <a:pt x="13133" y="16793"/>
                    <a:pt x="12884" y="16544"/>
                    <a:pt x="12884" y="16234"/>
                  </a:cubicBezTo>
                  <a:lnTo>
                    <a:pt x="12884" y="11209"/>
                  </a:lnTo>
                  <a:cubicBezTo>
                    <a:pt x="12884" y="10593"/>
                    <a:pt x="12382" y="10091"/>
                    <a:pt x="11766" y="10091"/>
                  </a:cubicBezTo>
                  <a:cubicBezTo>
                    <a:pt x="11150" y="10091"/>
                    <a:pt x="10650" y="10593"/>
                    <a:pt x="10650" y="11209"/>
                  </a:cubicBezTo>
                  <a:lnTo>
                    <a:pt x="10650" y="16234"/>
                  </a:lnTo>
                  <a:cubicBezTo>
                    <a:pt x="10650" y="16544"/>
                    <a:pt x="10399" y="16793"/>
                    <a:pt x="10091" y="16793"/>
                  </a:cubicBezTo>
                  <a:lnTo>
                    <a:pt x="7857" y="16793"/>
                  </a:lnTo>
                  <a:cubicBezTo>
                    <a:pt x="7547" y="16793"/>
                    <a:pt x="7298" y="16544"/>
                    <a:pt x="7298" y="16234"/>
                  </a:cubicBezTo>
                  <a:lnTo>
                    <a:pt x="7298" y="7299"/>
                  </a:lnTo>
                  <a:cubicBezTo>
                    <a:pt x="7298" y="6989"/>
                    <a:pt x="7547" y="6740"/>
                    <a:pt x="7857" y="6740"/>
                  </a:cubicBezTo>
                  <a:lnTo>
                    <a:pt x="10091" y="6740"/>
                  </a:lnTo>
                  <a:cubicBezTo>
                    <a:pt x="10377" y="6740"/>
                    <a:pt x="10613" y="6956"/>
                    <a:pt x="10644" y="7234"/>
                  </a:cubicBezTo>
                  <a:cubicBezTo>
                    <a:pt x="11219" y="6901"/>
                    <a:pt x="11901" y="6721"/>
                    <a:pt x="12596" y="6721"/>
                  </a:cubicBezTo>
                  <a:close/>
                  <a:moveTo>
                    <a:pt x="2831" y="0"/>
                  </a:moveTo>
                  <a:cubicBezTo>
                    <a:pt x="1290" y="0"/>
                    <a:pt x="0" y="1290"/>
                    <a:pt x="0" y="2831"/>
                  </a:cubicBezTo>
                  <a:lnTo>
                    <a:pt x="0" y="16234"/>
                  </a:lnTo>
                  <a:cubicBezTo>
                    <a:pt x="0" y="17775"/>
                    <a:pt x="1290" y="19065"/>
                    <a:pt x="2831" y="19065"/>
                  </a:cubicBezTo>
                  <a:lnTo>
                    <a:pt x="16235" y="19065"/>
                  </a:lnTo>
                  <a:cubicBezTo>
                    <a:pt x="17774" y="19065"/>
                    <a:pt x="19065" y="17775"/>
                    <a:pt x="19065" y="16234"/>
                  </a:cubicBezTo>
                  <a:lnTo>
                    <a:pt x="19065" y="2831"/>
                  </a:lnTo>
                  <a:cubicBezTo>
                    <a:pt x="19065" y="1290"/>
                    <a:pt x="17774" y="0"/>
                    <a:pt x="16235" y="0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9" name="Google Shape;609;p45"/>
            <p:cNvSpPr/>
            <p:nvPr/>
          </p:nvSpPr>
          <p:spPr>
            <a:xfrm>
              <a:off x="1555413" y="1886846"/>
              <a:ext cx="139912" cy="163558"/>
            </a:xfrm>
            <a:custGeom>
              <a:avLst/>
              <a:gdLst/>
              <a:ahLst/>
              <a:cxnLst/>
              <a:rect l="l" t="t" r="r" b="b"/>
              <a:pathLst>
                <a:path w="6704" h="7837" extrusionOk="0">
                  <a:moveTo>
                    <a:pt x="4182" y="0"/>
                  </a:moveTo>
                  <a:cubicBezTo>
                    <a:pt x="3474" y="0"/>
                    <a:pt x="2782" y="261"/>
                    <a:pt x="2332" y="711"/>
                  </a:cubicBezTo>
                  <a:cubicBezTo>
                    <a:pt x="2108" y="935"/>
                    <a:pt x="1938" y="1142"/>
                    <a:pt x="1686" y="1142"/>
                  </a:cubicBezTo>
                  <a:cubicBezTo>
                    <a:pt x="1618" y="1142"/>
                    <a:pt x="1544" y="1127"/>
                    <a:pt x="1462" y="1093"/>
                  </a:cubicBezTo>
                  <a:cubicBezTo>
                    <a:pt x="1253" y="1006"/>
                    <a:pt x="1117" y="803"/>
                    <a:pt x="1117" y="576"/>
                  </a:cubicBezTo>
                  <a:lnTo>
                    <a:pt x="1117" y="17"/>
                  </a:lnTo>
                  <a:lnTo>
                    <a:pt x="1" y="17"/>
                  </a:lnTo>
                  <a:lnTo>
                    <a:pt x="1" y="7836"/>
                  </a:lnTo>
                  <a:lnTo>
                    <a:pt x="1117" y="7836"/>
                  </a:lnTo>
                  <a:lnTo>
                    <a:pt x="1117" y="3370"/>
                  </a:lnTo>
                  <a:cubicBezTo>
                    <a:pt x="1117" y="2137"/>
                    <a:pt x="2120" y="1135"/>
                    <a:pt x="3351" y="1135"/>
                  </a:cubicBezTo>
                  <a:cubicBezTo>
                    <a:pt x="4584" y="1135"/>
                    <a:pt x="5585" y="2137"/>
                    <a:pt x="5585" y="3370"/>
                  </a:cubicBezTo>
                  <a:lnTo>
                    <a:pt x="5585" y="7836"/>
                  </a:lnTo>
                  <a:lnTo>
                    <a:pt x="6703" y="7836"/>
                  </a:lnTo>
                  <a:lnTo>
                    <a:pt x="6703" y="2384"/>
                  </a:lnTo>
                  <a:cubicBezTo>
                    <a:pt x="6703" y="1266"/>
                    <a:pt x="5932" y="245"/>
                    <a:pt x="4648" y="38"/>
                  </a:cubicBezTo>
                  <a:cubicBezTo>
                    <a:pt x="4493" y="13"/>
                    <a:pt x="4337" y="0"/>
                    <a:pt x="4182" y="0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0" name="Google Shape;610;p45"/>
            <p:cNvSpPr/>
            <p:nvPr/>
          </p:nvSpPr>
          <p:spPr>
            <a:xfrm>
              <a:off x="1462169" y="1887200"/>
              <a:ext cx="23354" cy="163203"/>
            </a:xfrm>
            <a:custGeom>
              <a:avLst/>
              <a:gdLst/>
              <a:ahLst/>
              <a:cxnLst/>
              <a:rect l="l" t="t" r="r" b="b"/>
              <a:pathLst>
                <a:path w="1119" h="7820" extrusionOk="0">
                  <a:moveTo>
                    <a:pt x="0" y="0"/>
                  </a:moveTo>
                  <a:lnTo>
                    <a:pt x="0" y="7819"/>
                  </a:lnTo>
                  <a:lnTo>
                    <a:pt x="1118" y="7819"/>
                  </a:lnTo>
                  <a:lnTo>
                    <a:pt x="1118" y="0"/>
                  </a:ln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611" name="Google Shape;611;p45"/>
          <p:cNvGrpSpPr/>
          <p:nvPr/>
        </p:nvGrpSpPr>
        <p:grpSpPr>
          <a:xfrm>
            <a:off x="3181197" y="1500945"/>
            <a:ext cx="192856" cy="181516"/>
            <a:chOff x="1379798" y="1723250"/>
            <a:chExt cx="397887" cy="397887"/>
          </a:xfrm>
        </p:grpSpPr>
        <p:sp>
          <p:nvSpPr>
            <p:cNvPr id="612" name="Google Shape;612;p45"/>
            <p:cNvSpPr/>
            <p:nvPr/>
          </p:nvSpPr>
          <p:spPr>
            <a:xfrm>
              <a:off x="1462169" y="1793977"/>
              <a:ext cx="23354" cy="23312"/>
            </a:xfrm>
            <a:custGeom>
              <a:avLst/>
              <a:gdLst/>
              <a:ahLst/>
              <a:cxnLst/>
              <a:rect l="l" t="t" r="r" b="b"/>
              <a:pathLst>
                <a:path w="1119" h="1117" extrusionOk="0">
                  <a:moveTo>
                    <a:pt x="559" y="1"/>
                  </a:moveTo>
                  <a:cubicBezTo>
                    <a:pt x="251" y="1"/>
                    <a:pt x="0" y="250"/>
                    <a:pt x="0" y="558"/>
                  </a:cubicBezTo>
                  <a:cubicBezTo>
                    <a:pt x="0" y="866"/>
                    <a:pt x="251" y="1117"/>
                    <a:pt x="559" y="1117"/>
                  </a:cubicBezTo>
                  <a:cubicBezTo>
                    <a:pt x="867" y="1117"/>
                    <a:pt x="1118" y="866"/>
                    <a:pt x="1118" y="558"/>
                  </a:cubicBezTo>
                  <a:cubicBezTo>
                    <a:pt x="1118" y="250"/>
                    <a:pt x="867" y="1"/>
                    <a:pt x="559" y="1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3" name="Google Shape;613;p45"/>
            <p:cNvSpPr/>
            <p:nvPr/>
          </p:nvSpPr>
          <p:spPr>
            <a:xfrm>
              <a:off x="1379798" y="1723250"/>
              <a:ext cx="397887" cy="397887"/>
            </a:xfrm>
            <a:custGeom>
              <a:avLst/>
              <a:gdLst/>
              <a:ahLst/>
              <a:cxnLst/>
              <a:rect l="l" t="t" r="r" b="b"/>
              <a:pathLst>
                <a:path w="19065" h="19065" extrusionOk="0">
                  <a:moveTo>
                    <a:pt x="4506" y="2271"/>
                  </a:moveTo>
                  <a:cubicBezTo>
                    <a:pt x="5429" y="2271"/>
                    <a:pt x="6181" y="3023"/>
                    <a:pt x="6181" y="3947"/>
                  </a:cubicBezTo>
                  <a:cubicBezTo>
                    <a:pt x="6181" y="4872"/>
                    <a:pt x="5429" y="5622"/>
                    <a:pt x="4506" y="5622"/>
                  </a:cubicBezTo>
                  <a:cubicBezTo>
                    <a:pt x="3583" y="5622"/>
                    <a:pt x="2831" y="4872"/>
                    <a:pt x="2831" y="3947"/>
                  </a:cubicBezTo>
                  <a:cubicBezTo>
                    <a:pt x="2831" y="3023"/>
                    <a:pt x="3583" y="2271"/>
                    <a:pt x="4506" y="2271"/>
                  </a:cubicBezTo>
                  <a:close/>
                  <a:moveTo>
                    <a:pt x="5622" y="6740"/>
                  </a:moveTo>
                  <a:cubicBezTo>
                    <a:pt x="5932" y="6740"/>
                    <a:pt x="6181" y="6989"/>
                    <a:pt x="6181" y="7299"/>
                  </a:cubicBezTo>
                  <a:lnTo>
                    <a:pt x="6181" y="16234"/>
                  </a:lnTo>
                  <a:cubicBezTo>
                    <a:pt x="6181" y="16544"/>
                    <a:pt x="5932" y="16793"/>
                    <a:pt x="5622" y="16793"/>
                  </a:cubicBezTo>
                  <a:lnTo>
                    <a:pt x="3388" y="16793"/>
                  </a:lnTo>
                  <a:cubicBezTo>
                    <a:pt x="3080" y="16793"/>
                    <a:pt x="2831" y="16544"/>
                    <a:pt x="2831" y="16234"/>
                  </a:cubicBezTo>
                  <a:lnTo>
                    <a:pt x="2831" y="7299"/>
                  </a:lnTo>
                  <a:cubicBezTo>
                    <a:pt x="2831" y="6989"/>
                    <a:pt x="3080" y="6740"/>
                    <a:pt x="3388" y="6740"/>
                  </a:cubicBezTo>
                  <a:close/>
                  <a:moveTo>
                    <a:pt x="12596" y="6721"/>
                  </a:moveTo>
                  <a:cubicBezTo>
                    <a:pt x="12811" y="6721"/>
                    <a:pt x="13027" y="6739"/>
                    <a:pt x="13241" y="6774"/>
                  </a:cubicBezTo>
                  <a:cubicBezTo>
                    <a:pt x="15058" y="7069"/>
                    <a:pt x="16235" y="8557"/>
                    <a:pt x="16235" y="10223"/>
                  </a:cubicBezTo>
                  <a:lnTo>
                    <a:pt x="16235" y="16234"/>
                  </a:lnTo>
                  <a:cubicBezTo>
                    <a:pt x="16235" y="16544"/>
                    <a:pt x="15985" y="16793"/>
                    <a:pt x="15676" y="16793"/>
                  </a:cubicBezTo>
                  <a:lnTo>
                    <a:pt x="13441" y="16793"/>
                  </a:lnTo>
                  <a:cubicBezTo>
                    <a:pt x="13133" y="16793"/>
                    <a:pt x="12884" y="16544"/>
                    <a:pt x="12884" y="16234"/>
                  </a:cubicBezTo>
                  <a:lnTo>
                    <a:pt x="12884" y="11209"/>
                  </a:lnTo>
                  <a:cubicBezTo>
                    <a:pt x="12884" y="10593"/>
                    <a:pt x="12382" y="10091"/>
                    <a:pt x="11766" y="10091"/>
                  </a:cubicBezTo>
                  <a:cubicBezTo>
                    <a:pt x="11150" y="10091"/>
                    <a:pt x="10650" y="10593"/>
                    <a:pt x="10650" y="11209"/>
                  </a:cubicBezTo>
                  <a:lnTo>
                    <a:pt x="10650" y="16234"/>
                  </a:lnTo>
                  <a:cubicBezTo>
                    <a:pt x="10650" y="16544"/>
                    <a:pt x="10399" y="16793"/>
                    <a:pt x="10091" y="16793"/>
                  </a:cubicBezTo>
                  <a:lnTo>
                    <a:pt x="7857" y="16793"/>
                  </a:lnTo>
                  <a:cubicBezTo>
                    <a:pt x="7547" y="16793"/>
                    <a:pt x="7298" y="16544"/>
                    <a:pt x="7298" y="16234"/>
                  </a:cubicBezTo>
                  <a:lnTo>
                    <a:pt x="7298" y="7299"/>
                  </a:lnTo>
                  <a:cubicBezTo>
                    <a:pt x="7298" y="6989"/>
                    <a:pt x="7547" y="6740"/>
                    <a:pt x="7857" y="6740"/>
                  </a:cubicBezTo>
                  <a:lnTo>
                    <a:pt x="10091" y="6740"/>
                  </a:lnTo>
                  <a:cubicBezTo>
                    <a:pt x="10377" y="6740"/>
                    <a:pt x="10613" y="6956"/>
                    <a:pt x="10644" y="7234"/>
                  </a:cubicBezTo>
                  <a:cubicBezTo>
                    <a:pt x="11219" y="6901"/>
                    <a:pt x="11901" y="6721"/>
                    <a:pt x="12596" y="6721"/>
                  </a:cubicBezTo>
                  <a:close/>
                  <a:moveTo>
                    <a:pt x="2831" y="0"/>
                  </a:moveTo>
                  <a:cubicBezTo>
                    <a:pt x="1290" y="0"/>
                    <a:pt x="0" y="1290"/>
                    <a:pt x="0" y="2831"/>
                  </a:cubicBezTo>
                  <a:lnTo>
                    <a:pt x="0" y="16234"/>
                  </a:lnTo>
                  <a:cubicBezTo>
                    <a:pt x="0" y="17775"/>
                    <a:pt x="1290" y="19065"/>
                    <a:pt x="2831" y="19065"/>
                  </a:cubicBezTo>
                  <a:lnTo>
                    <a:pt x="16235" y="19065"/>
                  </a:lnTo>
                  <a:cubicBezTo>
                    <a:pt x="17774" y="19065"/>
                    <a:pt x="19065" y="17775"/>
                    <a:pt x="19065" y="16234"/>
                  </a:cubicBezTo>
                  <a:lnTo>
                    <a:pt x="19065" y="2831"/>
                  </a:lnTo>
                  <a:cubicBezTo>
                    <a:pt x="19065" y="1290"/>
                    <a:pt x="17774" y="0"/>
                    <a:pt x="16235" y="0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4" name="Google Shape;614;p45"/>
            <p:cNvSpPr/>
            <p:nvPr/>
          </p:nvSpPr>
          <p:spPr>
            <a:xfrm>
              <a:off x="1555413" y="1886846"/>
              <a:ext cx="139912" cy="163558"/>
            </a:xfrm>
            <a:custGeom>
              <a:avLst/>
              <a:gdLst/>
              <a:ahLst/>
              <a:cxnLst/>
              <a:rect l="l" t="t" r="r" b="b"/>
              <a:pathLst>
                <a:path w="6704" h="7837" extrusionOk="0">
                  <a:moveTo>
                    <a:pt x="4182" y="0"/>
                  </a:moveTo>
                  <a:cubicBezTo>
                    <a:pt x="3474" y="0"/>
                    <a:pt x="2782" y="261"/>
                    <a:pt x="2332" y="711"/>
                  </a:cubicBezTo>
                  <a:cubicBezTo>
                    <a:pt x="2108" y="935"/>
                    <a:pt x="1938" y="1142"/>
                    <a:pt x="1686" y="1142"/>
                  </a:cubicBezTo>
                  <a:cubicBezTo>
                    <a:pt x="1618" y="1142"/>
                    <a:pt x="1544" y="1127"/>
                    <a:pt x="1462" y="1093"/>
                  </a:cubicBezTo>
                  <a:cubicBezTo>
                    <a:pt x="1253" y="1006"/>
                    <a:pt x="1117" y="803"/>
                    <a:pt x="1117" y="576"/>
                  </a:cubicBezTo>
                  <a:lnTo>
                    <a:pt x="1117" y="17"/>
                  </a:lnTo>
                  <a:lnTo>
                    <a:pt x="1" y="17"/>
                  </a:lnTo>
                  <a:lnTo>
                    <a:pt x="1" y="7836"/>
                  </a:lnTo>
                  <a:lnTo>
                    <a:pt x="1117" y="7836"/>
                  </a:lnTo>
                  <a:lnTo>
                    <a:pt x="1117" y="3370"/>
                  </a:lnTo>
                  <a:cubicBezTo>
                    <a:pt x="1117" y="2137"/>
                    <a:pt x="2120" y="1135"/>
                    <a:pt x="3351" y="1135"/>
                  </a:cubicBezTo>
                  <a:cubicBezTo>
                    <a:pt x="4584" y="1135"/>
                    <a:pt x="5585" y="2137"/>
                    <a:pt x="5585" y="3370"/>
                  </a:cubicBezTo>
                  <a:lnTo>
                    <a:pt x="5585" y="7836"/>
                  </a:lnTo>
                  <a:lnTo>
                    <a:pt x="6703" y="7836"/>
                  </a:lnTo>
                  <a:lnTo>
                    <a:pt x="6703" y="2384"/>
                  </a:lnTo>
                  <a:cubicBezTo>
                    <a:pt x="6703" y="1266"/>
                    <a:pt x="5932" y="245"/>
                    <a:pt x="4648" y="38"/>
                  </a:cubicBezTo>
                  <a:cubicBezTo>
                    <a:pt x="4493" y="13"/>
                    <a:pt x="4337" y="0"/>
                    <a:pt x="4182" y="0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5" name="Google Shape;615;p45"/>
            <p:cNvSpPr/>
            <p:nvPr/>
          </p:nvSpPr>
          <p:spPr>
            <a:xfrm>
              <a:off x="1462169" y="1887200"/>
              <a:ext cx="23354" cy="163203"/>
            </a:xfrm>
            <a:custGeom>
              <a:avLst/>
              <a:gdLst/>
              <a:ahLst/>
              <a:cxnLst/>
              <a:rect l="l" t="t" r="r" b="b"/>
              <a:pathLst>
                <a:path w="1119" h="7820" extrusionOk="0">
                  <a:moveTo>
                    <a:pt x="0" y="0"/>
                  </a:moveTo>
                  <a:lnTo>
                    <a:pt x="0" y="7819"/>
                  </a:lnTo>
                  <a:lnTo>
                    <a:pt x="1118" y="7819"/>
                  </a:lnTo>
                  <a:lnTo>
                    <a:pt x="1118" y="0"/>
                  </a:ln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616" name="Google Shape;616;p45"/>
          <p:cNvSpPr txBox="1"/>
          <p:nvPr/>
        </p:nvSpPr>
        <p:spPr>
          <a:xfrm>
            <a:off x="3228045" y="2680971"/>
            <a:ext cx="3000000" cy="64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" sz="1000" u="sng" dirty="0">
                <a:solidFill>
                  <a:srgbClr val="51AFDB"/>
                </a:solidFill>
                <a:latin typeface="Karla Light"/>
                <a:ea typeface="Karla Light"/>
                <a:cs typeface="Karla Light"/>
                <a:sym typeface="Karla Light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LaoLink Consulting | GitHub Organizations</a:t>
            </a:r>
            <a:endParaRPr sz="1000" dirty="0">
              <a:solidFill>
                <a:srgbClr val="51AFDB"/>
              </a:solidFill>
              <a:latin typeface="Karla Light"/>
              <a:ea typeface="Karla Light"/>
              <a:cs typeface="Karla Light"/>
              <a:sym typeface="Karla Light"/>
            </a:endParaRPr>
          </a:p>
          <a:p>
            <a:pPr marL="0" lvl="0" indent="0" algn="ctr" rtl="0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None/>
            </a:pPr>
            <a:r>
              <a:rPr lang="en" sz="1000" u="sng" dirty="0">
                <a:solidFill>
                  <a:srgbClr val="51AFDB"/>
                </a:solidFill>
                <a:latin typeface="Karla Light"/>
                <a:ea typeface="Karla Light"/>
                <a:cs typeface="Karla Light"/>
                <a:sym typeface="Karla Light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Proyecto | GitHub Repositories</a:t>
            </a:r>
            <a:endParaRPr sz="1000" dirty="0">
              <a:solidFill>
                <a:srgbClr val="51AFDB"/>
              </a:solidFill>
              <a:latin typeface="Karla Light"/>
              <a:ea typeface="Karla Light"/>
              <a:cs typeface="Karla Light"/>
              <a:sym typeface="Karla Light"/>
            </a:endParaRPr>
          </a:p>
        </p:txBody>
      </p:sp>
      <p:pic>
        <p:nvPicPr>
          <p:cNvPr id="617" name="Google Shape;617;p4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017206" y="3000921"/>
            <a:ext cx="323850" cy="32385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18" name="Google Shape;618;p45"/>
          <p:cNvGrpSpPr/>
          <p:nvPr/>
        </p:nvGrpSpPr>
        <p:grpSpPr>
          <a:xfrm>
            <a:off x="2395647" y="183131"/>
            <a:ext cx="325061" cy="323860"/>
            <a:chOff x="-28462125" y="3199700"/>
            <a:chExt cx="298550" cy="259150"/>
          </a:xfrm>
        </p:grpSpPr>
        <p:sp>
          <p:nvSpPr>
            <p:cNvPr id="619" name="Google Shape;619;p45"/>
            <p:cNvSpPr/>
            <p:nvPr/>
          </p:nvSpPr>
          <p:spPr>
            <a:xfrm>
              <a:off x="-28459750" y="3284775"/>
              <a:ext cx="296175" cy="104775"/>
            </a:xfrm>
            <a:custGeom>
              <a:avLst/>
              <a:gdLst/>
              <a:ahLst/>
              <a:cxnLst/>
              <a:rect l="l" t="t" r="r" b="b"/>
              <a:pathLst>
                <a:path w="11847" h="4191" extrusionOk="0">
                  <a:moveTo>
                    <a:pt x="5230" y="0"/>
                  </a:moveTo>
                  <a:cubicBezTo>
                    <a:pt x="5073" y="0"/>
                    <a:pt x="4947" y="63"/>
                    <a:pt x="4915" y="189"/>
                  </a:cubicBezTo>
                  <a:lnTo>
                    <a:pt x="4096" y="2080"/>
                  </a:lnTo>
                  <a:lnTo>
                    <a:pt x="347" y="2080"/>
                  </a:lnTo>
                  <a:cubicBezTo>
                    <a:pt x="158" y="2080"/>
                    <a:pt x="0" y="2237"/>
                    <a:pt x="0" y="2426"/>
                  </a:cubicBezTo>
                  <a:cubicBezTo>
                    <a:pt x="0" y="2615"/>
                    <a:pt x="158" y="2773"/>
                    <a:pt x="347" y="2773"/>
                  </a:cubicBezTo>
                  <a:lnTo>
                    <a:pt x="4316" y="2773"/>
                  </a:lnTo>
                  <a:cubicBezTo>
                    <a:pt x="4411" y="2773"/>
                    <a:pt x="4505" y="2710"/>
                    <a:pt x="4600" y="2584"/>
                  </a:cubicBezTo>
                  <a:lnTo>
                    <a:pt x="5199" y="1292"/>
                  </a:lnTo>
                  <a:lnTo>
                    <a:pt x="6238" y="3970"/>
                  </a:lnTo>
                  <a:cubicBezTo>
                    <a:pt x="6301" y="4096"/>
                    <a:pt x="6396" y="4159"/>
                    <a:pt x="6522" y="4191"/>
                  </a:cubicBezTo>
                  <a:lnTo>
                    <a:pt x="6553" y="4191"/>
                  </a:lnTo>
                  <a:cubicBezTo>
                    <a:pt x="6679" y="4191"/>
                    <a:pt x="6805" y="4127"/>
                    <a:pt x="6868" y="4033"/>
                  </a:cubicBezTo>
                  <a:lnTo>
                    <a:pt x="7624" y="2836"/>
                  </a:lnTo>
                  <a:lnTo>
                    <a:pt x="11500" y="2836"/>
                  </a:lnTo>
                  <a:cubicBezTo>
                    <a:pt x="11689" y="2836"/>
                    <a:pt x="11846" y="2678"/>
                    <a:pt x="11846" y="2458"/>
                  </a:cubicBezTo>
                  <a:cubicBezTo>
                    <a:pt x="11846" y="2269"/>
                    <a:pt x="11689" y="2111"/>
                    <a:pt x="11500" y="2111"/>
                  </a:cubicBezTo>
                  <a:lnTo>
                    <a:pt x="7435" y="2111"/>
                  </a:lnTo>
                  <a:cubicBezTo>
                    <a:pt x="7309" y="2111"/>
                    <a:pt x="7183" y="2206"/>
                    <a:pt x="7120" y="2269"/>
                  </a:cubicBezTo>
                  <a:lnTo>
                    <a:pt x="6648" y="3056"/>
                  </a:lnTo>
                  <a:lnTo>
                    <a:pt x="5545" y="221"/>
                  </a:lnTo>
                  <a:cubicBezTo>
                    <a:pt x="5514" y="95"/>
                    <a:pt x="5388" y="0"/>
                    <a:pt x="5230" y="0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0" name="Google Shape;620;p45"/>
            <p:cNvSpPr/>
            <p:nvPr/>
          </p:nvSpPr>
          <p:spPr>
            <a:xfrm>
              <a:off x="-28462125" y="3199700"/>
              <a:ext cx="295400" cy="125275"/>
            </a:xfrm>
            <a:custGeom>
              <a:avLst/>
              <a:gdLst/>
              <a:ahLst/>
              <a:cxnLst/>
              <a:rect l="l" t="t" r="r" b="b"/>
              <a:pathLst>
                <a:path w="11816" h="5011" extrusionOk="0">
                  <a:moveTo>
                    <a:pt x="3151" y="1"/>
                  </a:moveTo>
                  <a:cubicBezTo>
                    <a:pt x="1387" y="1"/>
                    <a:pt x="1" y="1419"/>
                    <a:pt x="1" y="3277"/>
                  </a:cubicBezTo>
                  <a:cubicBezTo>
                    <a:pt x="1" y="3876"/>
                    <a:pt x="158" y="4349"/>
                    <a:pt x="442" y="4821"/>
                  </a:cubicBezTo>
                  <a:lnTo>
                    <a:pt x="3655" y="4821"/>
                  </a:lnTo>
                  <a:lnTo>
                    <a:pt x="4285" y="3340"/>
                  </a:lnTo>
                  <a:cubicBezTo>
                    <a:pt x="4443" y="2994"/>
                    <a:pt x="4821" y="2773"/>
                    <a:pt x="5199" y="2710"/>
                  </a:cubicBezTo>
                  <a:cubicBezTo>
                    <a:pt x="5672" y="2710"/>
                    <a:pt x="6018" y="2994"/>
                    <a:pt x="6176" y="3403"/>
                  </a:cubicBezTo>
                  <a:lnTo>
                    <a:pt x="6806" y="5010"/>
                  </a:lnTo>
                  <a:cubicBezTo>
                    <a:pt x="6963" y="4884"/>
                    <a:pt x="7215" y="4821"/>
                    <a:pt x="7404" y="4821"/>
                  </a:cubicBezTo>
                  <a:lnTo>
                    <a:pt x="11374" y="4821"/>
                  </a:lnTo>
                  <a:cubicBezTo>
                    <a:pt x="11626" y="4349"/>
                    <a:pt x="11815" y="3813"/>
                    <a:pt x="11815" y="3277"/>
                  </a:cubicBezTo>
                  <a:cubicBezTo>
                    <a:pt x="11815" y="1419"/>
                    <a:pt x="10429" y="1"/>
                    <a:pt x="8665" y="1"/>
                  </a:cubicBezTo>
                  <a:cubicBezTo>
                    <a:pt x="7247" y="1"/>
                    <a:pt x="6396" y="977"/>
                    <a:pt x="5924" y="1860"/>
                  </a:cubicBezTo>
                  <a:cubicBezTo>
                    <a:pt x="5451" y="977"/>
                    <a:pt x="4537" y="1"/>
                    <a:pt x="3151" y="1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21" name="Google Shape;621;p45"/>
            <p:cNvSpPr/>
            <p:nvPr/>
          </p:nvSpPr>
          <p:spPr>
            <a:xfrm>
              <a:off x="-28405400" y="3360375"/>
              <a:ext cx="186675" cy="98475"/>
            </a:xfrm>
            <a:custGeom>
              <a:avLst/>
              <a:gdLst/>
              <a:ahLst/>
              <a:cxnLst/>
              <a:rect l="l" t="t" r="r" b="b"/>
              <a:pathLst>
                <a:path w="7467" h="3939" extrusionOk="0">
                  <a:moveTo>
                    <a:pt x="2962" y="1"/>
                  </a:moveTo>
                  <a:cubicBezTo>
                    <a:pt x="2773" y="284"/>
                    <a:pt x="2458" y="442"/>
                    <a:pt x="2111" y="442"/>
                  </a:cubicBezTo>
                  <a:lnTo>
                    <a:pt x="0" y="442"/>
                  </a:lnTo>
                  <a:cubicBezTo>
                    <a:pt x="158" y="599"/>
                    <a:pt x="347" y="757"/>
                    <a:pt x="536" y="914"/>
                  </a:cubicBezTo>
                  <a:cubicBezTo>
                    <a:pt x="1449" y="1734"/>
                    <a:pt x="2426" y="2647"/>
                    <a:pt x="3434" y="3813"/>
                  </a:cubicBezTo>
                  <a:cubicBezTo>
                    <a:pt x="3529" y="3907"/>
                    <a:pt x="3592" y="3939"/>
                    <a:pt x="3718" y="3939"/>
                  </a:cubicBezTo>
                  <a:cubicBezTo>
                    <a:pt x="3844" y="3939"/>
                    <a:pt x="3907" y="3907"/>
                    <a:pt x="4001" y="3813"/>
                  </a:cubicBezTo>
                  <a:cubicBezTo>
                    <a:pt x="4978" y="2584"/>
                    <a:pt x="6018" y="1734"/>
                    <a:pt x="6900" y="914"/>
                  </a:cubicBezTo>
                  <a:cubicBezTo>
                    <a:pt x="7120" y="757"/>
                    <a:pt x="7278" y="599"/>
                    <a:pt x="7467" y="442"/>
                  </a:cubicBezTo>
                  <a:lnTo>
                    <a:pt x="5860" y="442"/>
                  </a:lnTo>
                  <a:lnTo>
                    <a:pt x="5293" y="1324"/>
                  </a:lnTo>
                  <a:cubicBezTo>
                    <a:pt x="5104" y="1639"/>
                    <a:pt x="4789" y="1860"/>
                    <a:pt x="4379" y="1860"/>
                  </a:cubicBezTo>
                  <a:lnTo>
                    <a:pt x="4316" y="1860"/>
                  </a:lnTo>
                  <a:cubicBezTo>
                    <a:pt x="3907" y="1797"/>
                    <a:pt x="3592" y="1576"/>
                    <a:pt x="3434" y="1167"/>
                  </a:cubicBezTo>
                  <a:lnTo>
                    <a:pt x="2962" y="1"/>
                  </a:ln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" name="Google Shape;618;p45">
            <a:extLst>
              <a:ext uri="{FF2B5EF4-FFF2-40B4-BE49-F238E27FC236}">
                <a16:creationId xmlns:a16="http://schemas.microsoft.com/office/drawing/2014/main" id="{1F7BD1A5-5EB2-0537-9353-C25594CAAE5F}"/>
              </a:ext>
            </a:extLst>
          </p:cNvPr>
          <p:cNvGrpSpPr/>
          <p:nvPr/>
        </p:nvGrpSpPr>
        <p:grpSpPr>
          <a:xfrm>
            <a:off x="6348522" y="185981"/>
            <a:ext cx="325061" cy="323860"/>
            <a:chOff x="-28462125" y="3199700"/>
            <a:chExt cx="298550" cy="259150"/>
          </a:xfrm>
        </p:grpSpPr>
        <p:sp>
          <p:nvSpPr>
            <p:cNvPr id="3" name="Google Shape;619;p45">
              <a:extLst>
                <a:ext uri="{FF2B5EF4-FFF2-40B4-BE49-F238E27FC236}">
                  <a16:creationId xmlns:a16="http://schemas.microsoft.com/office/drawing/2014/main" id="{12A30481-DE74-5128-C24C-0CFEA7BE946B}"/>
                </a:ext>
              </a:extLst>
            </p:cNvPr>
            <p:cNvSpPr/>
            <p:nvPr/>
          </p:nvSpPr>
          <p:spPr>
            <a:xfrm>
              <a:off x="-28459750" y="3284775"/>
              <a:ext cx="296175" cy="104775"/>
            </a:xfrm>
            <a:custGeom>
              <a:avLst/>
              <a:gdLst/>
              <a:ahLst/>
              <a:cxnLst/>
              <a:rect l="l" t="t" r="r" b="b"/>
              <a:pathLst>
                <a:path w="11847" h="4191" extrusionOk="0">
                  <a:moveTo>
                    <a:pt x="5230" y="0"/>
                  </a:moveTo>
                  <a:cubicBezTo>
                    <a:pt x="5073" y="0"/>
                    <a:pt x="4947" y="63"/>
                    <a:pt x="4915" y="189"/>
                  </a:cubicBezTo>
                  <a:lnTo>
                    <a:pt x="4096" y="2080"/>
                  </a:lnTo>
                  <a:lnTo>
                    <a:pt x="347" y="2080"/>
                  </a:lnTo>
                  <a:cubicBezTo>
                    <a:pt x="158" y="2080"/>
                    <a:pt x="0" y="2237"/>
                    <a:pt x="0" y="2426"/>
                  </a:cubicBezTo>
                  <a:cubicBezTo>
                    <a:pt x="0" y="2615"/>
                    <a:pt x="158" y="2773"/>
                    <a:pt x="347" y="2773"/>
                  </a:cubicBezTo>
                  <a:lnTo>
                    <a:pt x="4316" y="2773"/>
                  </a:lnTo>
                  <a:cubicBezTo>
                    <a:pt x="4411" y="2773"/>
                    <a:pt x="4505" y="2710"/>
                    <a:pt x="4600" y="2584"/>
                  </a:cubicBezTo>
                  <a:lnTo>
                    <a:pt x="5199" y="1292"/>
                  </a:lnTo>
                  <a:lnTo>
                    <a:pt x="6238" y="3970"/>
                  </a:lnTo>
                  <a:cubicBezTo>
                    <a:pt x="6301" y="4096"/>
                    <a:pt x="6396" y="4159"/>
                    <a:pt x="6522" y="4191"/>
                  </a:cubicBezTo>
                  <a:lnTo>
                    <a:pt x="6553" y="4191"/>
                  </a:lnTo>
                  <a:cubicBezTo>
                    <a:pt x="6679" y="4191"/>
                    <a:pt x="6805" y="4127"/>
                    <a:pt x="6868" y="4033"/>
                  </a:cubicBezTo>
                  <a:lnTo>
                    <a:pt x="7624" y="2836"/>
                  </a:lnTo>
                  <a:lnTo>
                    <a:pt x="11500" y="2836"/>
                  </a:lnTo>
                  <a:cubicBezTo>
                    <a:pt x="11689" y="2836"/>
                    <a:pt x="11846" y="2678"/>
                    <a:pt x="11846" y="2458"/>
                  </a:cubicBezTo>
                  <a:cubicBezTo>
                    <a:pt x="11846" y="2269"/>
                    <a:pt x="11689" y="2111"/>
                    <a:pt x="11500" y="2111"/>
                  </a:cubicBezTo>
                  <a:lnTo>
                    <a:pt x="7435" y="2111"/>
                  </a:lnTo>
                  <a:cubicBezTo>
                    <a:pt x="7309" y="2111"/>
                    <a:pt x="7183" y="2206"/>
                    <a:pt x="7120" y="2269"/>
                  </a:cubicBezTo>
                  <a:lnTo>
                    <a:pt x="6648" y="3056"/>
                  </a:lnTo>
                  <a:lnTo>
                    <a:pt x="5545" y="221"/>
                  </a:lnTo>
                  <a:cubicBezTo>
                    <a:pt x="5514" y="95"/>
                    <a:pt x="5388" y="0"/>
                    <a:pt x="5230" y="0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" name="Google Shape;620;p45">
              <a:extLst>
                <a:ext uri="{FF2B5EF4-FFF2-40B4-BE49-F238E27FC236}">
                  <a16:creationId xmlns:a16="http://schemas.microsoft.com/office/drawing/2014/main" id="{D887B6B4-2C41-0801-EFB0-A6596C1D6B3C}"/>
                </a:ext>
              </a:extLst>
            </p:cNvPr>
            <p:cNvSpPr/>
            <p:nvPr/>
          </p:nvSpPr>
          <p:spPr>
            <a:xfrm>
              <a:off x="-28462125" y="3199700"/>
              <a:ext cx="295400" cy="125275"/>
            </a:xfrm>
            <a:custGeom>
              <a:avLst/>
              <a:gdLst/>
              <a:ahLst/>
              <a:cxnLst/>
              <a:rect l="l" t="t" r="r" b="b"/>
              <a:pathLst>
                <a:path w="11816" h="5011" extrusionOk="0">
                  <a:moveTo>
                    <a:pt x="3151" y="1"/>
                  </a:moveTo>
                  <a:cubicBezTo>
                    <a:pt x="1387" y="1"/>
                    <a:pt x="1" y="1419"/>
                    <a:pt x="1" y="3277"/>
                  </a:cubicBezTo>
                  <a:cubicBezTo>
                    <a:pt x="1" y="3876"/>
                    <a:pt x="158" y="4349"/>
                    <a:pt x="442" y="4821"/>
                  </a:cubicBezTo>
                  <a:lnTo>
                    <a:pt x="3655" y="4821"/>
                  </a:lnTo>
                  <a:lnTo>
                    <a:pt x="4285" y="3340"/>
                  </a:lnTo>
                  <a:cubicBezTo>
                    <a:pt x="4443" y="2994"/>
                    <a:pt x="4821" y="2773"/>
                    <a:pt x="5199" y="2710"/>
                  </a:cubicBezTo>
                  <a:cubicBezTo>
                    <a:pt x="5672" y="2710"/>
                    <a:pt x="6018" y="2994"/>
                    <a:pt x="6176" y="3403"/>
                  </a:cubicBezTo>
                  <a:lnTo>
                    <a:pt x="6806" y="5010"/>
                  </a:lnTo>
                  <a:cubicBezTo>
                    <a:pt x="6963" y="4884"/>
                    <a:pt x="7215" y="4821"/>
                    <a:pt x="7404" y="4821"/>
                  </a:cubicBezTo>
                  <a:lnTo>
                    <a:pt x="11374" y="4821"/>
                  </a:lnTo>
                  <a:cubicBezTo>
                    <a:pt x="11626" y="4349"/>
                    <a:pt x="11815" y="3813"/>
                    <a:pt x="11815" y="3277"/>
                  </a:cubicBezTo>
                  <a:cubicBezTo>
                    <a:pt x="11815" y="1419"/>
                    <a:pt x="10429" y="1"/>
                    <a:pt x="8665" y="1"/>
                  </a:cubicBezTo>
                  <a:cubicBezTo>
                    <a:pt x="7247" y="1"/>
                    <a:pt x="6396" y="977"/>
                    <a:pt x="5924" y="1860"/>
                  </a:cubicBezTo>
                  <a:cubicBezTo>
                    <a:pt x="5451" y="977"/>
                    <a:pt x="4537" y="1"/>
                    <a:pt x="3151" y="1"/>
                  </a:cubicBez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" name="Google Shape;621;p45">
              <a:extLst>
                <a:ext uri="{FF2B5EF4-FFF2-40B4-BE49-F238E27FC236}">
                  <a16:creationId xmlns:a16="http://schemas.microsoft.com/office/drawing/2014/main" id="{B60BA5E8-432B-4AA0-AF4E-04AD91704EDF}"/>
                </a:ext>
              </a:extLst>
            </p:cNvPr>
            <p:cNvSpPr/>
            <p:nvPr/>
          </p:nvSpPr>
          <p:spPr>
            <a:xfrm>
              <a:off x="-28405400" y="3360375"/>
              <a:ext cx="186675" cy="98475"/>
            </a:xfrm>
            <a:custGeom>
              <a:avLst/>
              <a:gdLst/>
              <a:ahLst/>
              <a:cxnLst/>
              <a:rect l="l" t="t" r="r" b="b"/>
              <a:pathLst>
                <a:path w="7467" h="3939" extrusionOk="0">
                  <a:moveTo>
                    <a:pt x="2962" y="1"/>
                  </a:moveTo>
                  <a:cubicBezTo>
                    <a:pt x="2773" y="284"/>
                    <a:pt x="2458" y="442"/>
                    <a:pt x="2111" y="442"/>
                  </a:cubicBezTo>
                  <a:lnTo>
                    <a:pt x="0" y="442"/>
                  </a:lnTo>
                  <a:cubicBezTo>
                    <a:pt x="158" y="599"/>
                    <a:pt x="347" y="757"/>
                    <a:pt x="536" y="914"/>
                  </a:cubicBezTo>
                  <a:cubicBezTo>
                    <a:pt x="1449" y="1734"/>
                    <a:pt x="2426" y="2647"/>
                    <a:pt x="3434" y="3813"/>
                  </a:cubicBezTo>
                  <a:cubicBezTo>
                    <a:pt x="3529" y="3907"/>
                    <a:pt x="3592" y="3939"/>
                    <a:pt x="3718" y="3939"/>
                  </a:cubicBezTo>
                  <a:cubicBezTo>
                    <a:pt x="3844" y="3939"/>
                    <a:pt x="3907" y="3907"/>
                    <a:pt x="4001" y="3813"/>
                  </a:cubicBezTo>
                  <a:cubicBezTo>
                    <a:pt x="4978" y="2584"/>
                    <a:pt x="6018" y="1734"/>
                    <a:pt x="6900" y="914"/>
                  </a:cubicBezTo>
                  <a:cubicBezTo>
                    <a:pt x="7120" y="757"/>
                    <a:pt x="7278" y="599"/>
                    <a:pt x="7467" y="442"/>
                  </a:cubicBezTo>
                  <a:lnTo>
                    <a:pt x="5860" y="442"/>
                  </a:lnTo>
                  <a:lnTo>
                    <a:pt x="5293" y="1324"/>
                  </a:lnTo>
                  <a:cubicBezTo>
                    <a:pt x="5104" y="1639"/>
                    <a:pt x="4789" y="1860"/>
                    <a:pt x="4379" y="1860"/>
                  </a:cubicBezTo>
                  <a:lnTo>
                    <a:pt x="4316" y="1860"/>
                  </a:lnTo>
                  <a:cubicBezTo>
                    <a:pt x="3907" y="1797"/>
                    <a:pt x="3592" y="1576"/>
                    <a:pt x="3434" y="1167"/>
                  </a:cubicBezTo>
                  <a:lnTo>
                    <a:pt x="2962" y="1"/>
                  </a:lnTo>
                  <a:close/>
                </a:path>
              </a:pathLst>
            </a:custGeom>
            <a:solidFill>
              <a:srgbClr val="51AFD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Professions of the Future by Slidesgo">
  <a:themeElements>
    <a:clrScheme name="Simple Light">
      <a:dk1>
        <a:srgbClr val="0B134B"/>
      </a:dk1>
      <a:lt1>
        <a:srgbClr val="F3F3F3"/>
      </a:lt1>
      <a:dk2>
        <a:srgbClr val="FFFFFF"/>
      </a:dk2>
      <a:lt2>
        <a:srgbClr val="FFFFFF"/>
      </a:lt2>
      <a:accent1>
        <a:srgbClr val="85EAF8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3F3F3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1314</Words>
  <Application>Microsoft Office PowerPoint</Application>
  <PresentationFormat>Presentación en pantalla (16:9)</PresentationFormat>
  <Paragraphs>225</Paragraphs>
  <Slides>16</Slides>
  <Notes>16</Notes>
  <HiddenSlides>0</HiddenSlides>
  <MMClips>0</MMClips>
  <ScaleCrop>false</ScaleCrop>
  <HeadingPairs>
    <vt:vector size="6" baseType="variant">
      <vt:variant>
        <vt:lpstr>Fuentes usadas</vt:lpstr>
      </vt:variant>
      <vt:variant>
        <vt:i4>13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16</vt:i4>
      </vt:variant>
    </vt:vector>
  </HeadingPairs>
  <TitlesOfParts>
    <vt:vector size="30" baseType="lpstr">
      <vt:lpstr>Dosis</vt:lpstr>
      <vt:lpstr>Audiowide</vt:lpstr>
      <vt:lpstr>Karla Medium</vt:lpstr>
      <vt:lpstr>Anaheim</vt:lpstr>
      <vt:lpstr>Nunito Light</vt:lpstr>
      <vt:lpstr>Khand</vt:lpstr>
      <vt:lpstr>Dosis Light</vt:lpstr>
      <vt:lpstr>Karla Light</vt:lpstr>
      <vt:lpstr>Manrope</vt:lpstr>
      <vt:lpstr>Karla</vt:lpstr>
      <vt:lpstr>Bebas Neue</vt:lpstr>
      <vt:lpstr>Arial</vt:lpstr>
      <vt:lpstr>Roboto</vt:lpstr>
      <vt:lpstr>Professions of the Future by Slidesgo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Arsene</cp:lastModifiedBy>
  <cp:revision>1</cp:revision>
  <dcterms:modified xsi:type="dcterms:W3CDTF">2025-05-28T03:45:21Z</dcterms:modified>
</cp:coreProperties>
</file>